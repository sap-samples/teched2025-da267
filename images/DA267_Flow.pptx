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media/image6.bin" ContentType="image/png"/>
  <Override PartName="/ppt/theme/theme3.xml" ContentType="application/vnd.openxmlformats-officedocument.theme+xml"/>
  <Override PartName="/ppt/notesSlides/notesSlide1.xml" ContentType="application/vnd.openxmlformats-officedocument.presentationml.notesSlide+xml"/>
  <Override PartName="/ppt/tags/tag12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26.xml" ContentType="application/vnd.openxmlformats-officedocument.presentationml.tags+xml"/>
  <Override PartName="/ppt/notesSlides/notesSlide5.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notesSlides/notesSlide6.xml" ContentType="application/vnd.openxmlformats-officedocument.presentationml.notesSlide+xml"/>
  <Override PartName="/ppt/tags/tag129.xml" ContentType="application/vnd.openxmlformats-officedocument.presentationml.tags+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 id="2147483660" r:id="rId6"/>
  </p:sldMasterIdLst>
  <p:notesMasterIdLst>
    <p:notesMasterId r:id="rId17"/>
  </p:notesMasterIdLst>
  <p:sldIdLst>
    <p:sldId id="2147483646" r:id="rId7"/>
    <p:sldId id="2147479500" r:id="rId8"/>
    <p:sldId id="2147483258" r:id="rId9"/>
    <p:sldId id="277" r:id="rId10"/>
    <p:sldId id="2147483620" r:id="rId11"/>
    <p:sldId id="364" r:id="rId12"/>
    <p:sldId id="2147483647" r:id="rId13"/>
    <p:sldId id="258" r:id="rId14"/>
    <p:sldId id="367" r:id="rId15"/>
    <p:sldId id="3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173210-4E00-881C-1796-01B5D65AF936}" name="Imke Krüger" initials="IK" userId="072fca9e5840f710" providerId="Windows Live"/>
  <p188:author id="{E9905D8B-169E-293F-D6E1-A329FDA82498}" name="William Wuhrman" initials="WW" userId="042137b2d06a9036" providerId="Windows Live"/>
  <p188:author id="{707AD7A8-7B8E-68FA-8E2A-87EB5E772333}" name="Gander, Maximilian Paul" initials="MG" userId="S::maximilian.paul.gander@sap.com::89bd04d0-b7be-453b-a43e-de977f28eb3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1CF9C6-84AE-F548-A22B-6AD0998473E6}" v="198" dt="2025-10-23T13:16:41.4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6093"/>
  </p:normalViewPr>
  <p:slideViewPr>
    <p:cSldViewPr snapToGrid="0">
      <p:cViewPr varScale="1">
        <p:scale>
          <a:sx n="111" d="100"/>
          <a:sy n="111" d="100"/>
        </p:scale>
        <p:origin x="72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microsoft.com/office/2018/10/relationships/authors" Target="authors.xml"/><Relationship Id="rId5" Type="http://schemas.openxmlformats.org/officeDocument/2006/relationships/slideMaster" Target="slideMasters/slideMaster1.xml"/><Relationship Id="rId15" Type="http://schemas.openxmlformats.org/officeDocument/2006/relationships/slide" Target="slides/slide9.xml"/><Relationship Id="rId23"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nder, Maximilian Paul" userId="89bd04d0-b7be-453b-a43e-de977f28eb32" providerId="ADAL" clId="{A9CDDD4B-1FE5-59A8-974E-C30D23E6C918}"/>
    <pc:docChg chg="undo custSel addSld delSld modSld sldOrd">
      <pc:chgData name="Gander, Maximilian Paul" userId="89bd04d0-b7be-453b-a43e-de977f28eb32" providerId="ADAL" clId="{A9CDDD4B-1FE5-59A8-974E-C30D23E6C918}" dt="2025-10-23T13:17:27.736" v="1439" actId="2696"/>
      <pc:docMkLst>
        <pc:docMk/>
      </pc:docMkLst>
      <pc:sldChg chg="modSp add del mod ord modShow">
        <pc:chgData name="Gander, Maximilian Paul" userId="89bd04d0-b7be-453b-a43e-de977f28eb32" providerId="ADAL" clId="{A9CDDD4B-1FE5-59A8-974E-C30D23E6C918}" dt="2025-10-22T13:46:15.549" v="640" actId="2696"/>
        <pc:sldMkLst>
          <pc:docMk/>
          <pc:sldMk cId="713587194" sldId="256"/>
        </pc:sldMkLst>
        <pc:graphicFrameChg chg="modGraphic">
          <ac:chgData name="Gander, Maximilian Paul" userId="89bd04d0-b7be-453b-a43e-de977f28eb32" providerId="ADAL" clId="{A9CDDD4B-1FE5-59A8-974E-C30D23E6C918}" dt="2025-10-22T13:28:27.373" v="134" actId="13926"/>
          <ac:graphicFrameMkLst>
            <pc:docMk/>
            <pc:sldMk cId="713587194" sldId="256"/>
            <ac:graphicFrameMk id="3" creationId="{16E95A29-196B-5BF6-EA6F-BE8516ED7EF0}"/>
          </ac:graphicFrameMkLst>
        </pc:graphicFrameChg>
        <pc:graphicFrameChg chg="modGraphic">
          <ac:chgData name="Gander, Maximilian Paul" userId="89bd04d0-b7be-453b-a43e-de977f28eb32" providerId="ADAL" clId="{A9CDDD4B-1FE5-59A8-974E-C30D23E6C918}" dt="2025-10-22T13:28:37.807" v="136" actId="13926"/>
          <ac:graphicFrameMkLst>
            <pc:docMk/>
            <pc:sldMk cId="713587194" sldId="256"/>
            <ac:graphicFrameMk id="5" creationId="{669B743D-DA1E-17E6-0042-9E1CF10BF262}"/>
          </ac:graphicFrameMkLst>
        </pc:graphicFrameChg>
      </pc:sldChg>
      <pc:sldChg chg="new del">
        <pc:chgData name="Gander, Maximilian Paul" userId="89bd04d0-b7be-453b-a43e-de977f28eb32" providerId="ADAL" clId="{A9CDDD4B-1FE5-59A8-974E-C30D23E6C918}" dt="2025-10-22T13:46:23.334" v="642" actId="680"/>
        <pc:sldMkLst>
          <pc:docMk/>
          <pc:sldMk cId="1751504613" sldId="256"/>
        </pc:sldMkLst>
      </pc:sldChg>
      <pc:sldChg chg="add del">
        <pc:chgData name="Gander, Maximilian Paul" userId="89bd04d0-b7be-453b-a43e-de977f28eb32" providerId="ADAL" clId="{A9CDDD4B-1FE5-59A8-974E-C30D23E6C918}" dt="2025-10-22T13:47:08.815" v="645" actId="2696"/>
        <pc:sldMkLst>
          <pc:docMk/>
          <pc:sldMk cId="2025460894" sldId="256"/>
        </pc:sldMkLst>
      </pc:sldChg>
      <pc:sldChg chg="add del mod ord modShow">
        <pc:chgData name="Gander, Maximilian Paul" userId="89bd04d0-b7be-453b-a43e-de977f28eb32" providerId="ADAL" clId="{A9CDDD4B-1FE5-59A8-974E-C30D23E6C918}" dt="2025-10-23T13:17:27.736" v="1439" actId="2696"/>
        <pc:sldMkLst>
          <pc:docMk/>
          <pc:sldMk cId="3430081792" sldId="256"/>
        </pc:sldMkLst>
      </pc:sldChg>
      <pc:sldChg chg="add del">
        <pc:chgData name="Gander, Maximilian Paul" userId="89bd04d0-b7be-453b-a43e-de977f28eb32" providerId="ADAL" clId="{A9CDDD4B-1FE5-59A8-974E-C30D23E6C918}" dt="2025-10-22T13:54:32.631" v="1303" actId="2696"/>
        <pc:sldMkLst>
          <pc:docMk/>
          <pc:sldMk cId="997365390" sldId="257"/>
        </pc:sldMkLst>
      </pc:sldChg>
      <pc:sldChg chg="modSp add mod">
        <pc:chgData name="Gander, Maximilian Paul" userId="89bd04d0-b7be-453b-a43e-de977f28eb32" providerId="ADAL" clId="{A9CDDD4B-1FE5-59A8-974E-C30D23E6C918}" dt="2025-10-22T13:44:13.501" v="606" actId="20577"/>
        <pc:sldMkLst>
          <pc:docMk/>
          <pc:sldMk cId="3855613462" sldId="258"/>
        </pc:sldMkLst>
        <pc:spChg chg="mod">
          <ac:chgData name="Gander, Maximilian Paul" userId="89bd04d0-b7be-453b-a43e-de977f28eb32" providerId="ADAL" clId="{A9CDDD4B-1FE5-59A8-974E-C30D23E6C918}" dt="2025-10-22T13:44:13.501" v="606" actId="20577"/>
          <ac:spMkLst>
            <pc:docMk/>
            <pc:sldMk cId="3855613462" sldId="258"/>
            <ac:spMk id="2" creationId="{86ACC590-9470-99A5-66B6-B9485916D127}"/>
          </ac:spMkLst>
        </pc:spChg>
      </pc:sldChg>
      <pc:sldChg chg="add ord">
        <pc:chgData name="Gander, Maximilian Paul" userId="89bd04d0-b7be-453b-a43e-de977f28eb32" providerId="ADAL" clId="{A9CDDD4B-1FE5-59A8-974E-C30D23E6C918}" dt="2025-10-22T13:27:09.257" v="2" actId="20578"/>
        <pc:sldMkLst>
          <pc:docMk/>
          <pc:sldMk cId="808061208" sldId="277"/>
        </pc:sldMkLst>
      </pc:sldChg>
      <pc:sldChg chg="addSp delSp modSp add mod">
        <pc:chgData name="Gander, Maximilian Paul" userId="89bd04d0-b7be-453b-a43e-de977f28eb32" providerId="ADAL" clId="{A9CDDD4B-1FE5-59A8-974E-C30D23E6C918}" dt="2025-10-22T13:47:38.760" v="649" actId="478"/>
        <pc:sldMkLst>
          <pc:docMk/>
          <pc:sldMk cId="3602749482" sldId="364"/>
        </pc:sldMkLst>
        <pc:spChg chg="mod">
          <ac:chgData name="Gander, Maximilian Paul" userId="89bd04d0-b7be-453b-a43e-de977f28eb32" providerId="ADAL" clId="{A9CDDD4B-1FE5-59A8-974E-C30D23E6C918}" dt="2025-10-22T13:47:20.745" v="647" actId="20577"/>
          <ac:spMkLst>
            <pc:docMk/>
            <pc:sldMk cId="3602749482" sldId="364"/>
            <ac:spMk id="2" creationId="{E38E81FA-BD36-D246-A0BA-94256E3D831A}"/>
          </ac:spMkLst>
        </pc:spChg>
        <pc:spChg chg="add del">
          <ac:chgData name="Gander, Maximilian Paul" userId="89bd04d0-b7be-453b-a43e-de977f28eb32" providerId="ADAL" clId="{A9CDDD4B-1FE5-59A8-974E-C30D23E6C918}" dt="2025-10-22T13:47:38.760" v="649" actId="478"/>
          <ac:spMkLst>
            <pc:docMk/>
            <pc:sldMk cId="3602749482" sldId="364"/>
            <ac:spMk id="233" creationId="{12A3B69B-10B8-02DA-BB12-71D194AC2AF6}"/>
          </ac:spMkLst>
        </pc:spChg>
        <pc:spChg chg="del">
          <ac:chgData name="Gander, Maximilian Paul" userId="89bd04d0-b7be-453b-a43e-de977f28eb32" providerId="ADAL" clId="{A9CDDD4B-1FE5-59A8-974E-C30D23E6C918}" dt="2025-10-22T13:47:17.656" v="646" actId="478"/>
          <ac:spMkLst>
            <pc:docMk/>
            <pc:sldMk cId="3602749482" sldId="364"/>
            <ac:spMk id="315" creationId="{F225B0E8-CD8B-785D-8504-FAEFAC846DAD}"/>
          </ac:spMkLst>
        </pc:spChg>
      </pc:sldChg>
      <pc:sldChg chg="modSp modAnim">
        <pc:chgData name="Gander, Maximilian Paul" userId="89bd04d0-b7be-453b-a43e-de977f28eb32" providerId="ADAL" clId="{A9CDDD4B-1FE5-59A8-974E-C30D23E6C918}" dt="2025-10-22T15:44:49.781" v="1435" actId="404"/>
        <pc:sldMkLst>
          <pc:docMk/>
          <pc:sldMk cId="3741129801" sldId="367"/>
        </pc:sldMkLst>
        <pc:spChg chg="mod">
          <ac:chgData name="Gander, Maximilian Paul" userId="89bd04d0-b7be-453b-a43e-de977f28eb32" providerId="ADAL" clId="{A9CDDD4B-1FE5-59A8-974E-C30D23E6C918}" dt="2025-10-22T15:44:49.781" v="1435" actId="404"/>
          <ac:spMkLst>
            <pc:docMk/>
            <pc:sldMk cId="3741129801" sldId="367"/>
            <ac:spMk id="12" creationId="{28CEABED-4E83-1B97-30D0-B8B7F4369205}"/>
          </ac:spMkLst>
        </pc:spChg>
        <pc:cxnChg chg="mod">
          <ac:chgData name="Gander, Maximilian Paul" userId="89bd04d0-b7be-453b-a43e-de977f28eb32" providerId="ADAL" clId="{A9CDDD4B-1FE5-59A8-974E-C30D23E6C918}" dt="2025-10-22T13:39:02.536" v="172" actId="962"/>
          <ac:cxnSpMkLst>
            <pc:docMk/>
            <pc:sldMk cId="3741129801" sldId="367"/>
            <ac:cxnSpMk id="32" creationId="{6CBE15B1-4235-081E-4BA4-1A446ABA353C}"/>
          </ac:cxnSpMkLst>
        </pc:cxnChg>
        <pc:cxnChg chg="mod">
          <ac:chgData name="Gander, Maximilian Paul" userId="89bd04d0-b7be-453b-a43e-de977f28eb32" providerId="ADAL" clId="{A9CDDD4B-1FE5-59A8-974E-C30D23E6C918}" dt="2025-10-22T13:39:21.338" v="175" actId="962"/>
          <ac:cxnSpMkLst>
            <pc:docMk/>
            <pc:sldMk cId="3741129801" sldId="367"/>
            <ac:cxnSpMk id="36" creationId="{880FFE4F-ECA8-1E78-963A-6F04B16C0722}"/>
          </ac:cxnSpMkLst>
        </pc:cxnChg>
        <pc:cxnChg chg="mod">
          <ac:chgData name="Gander, Maximilian Paul" userId="89bd04d0-b7be-453b-a43e-de977f28eb32" providerId="ADAL" clId="{A9CDDD4B-1FE5-59A8-974E-C30D23E6C918}" dt="2025-10-22T13:39:10.864" v="173" actId="962"/>
          <ac:cxnSpMkLst>
            <pc:docMk/>
            <pc:sldMk cId="3741129801" sldId="367"/>
            <ac:cxnSpMk id="52" creationId="{4209FC96-2ECC-EEFE-EA7C-CD718579C5C1}"/>
          </ac:cxnSpMkLst>
        </pc:cxnChg>
        <pc:cxnChg chg="mod">
          <ac:chgData name="Gander, Maximilian Paul" userId="89bd04d0-b7be-453b-a43e-de977f28eb32" providerId="ADAL" clId="{A9CDDD4B-1FE5-59A8-974E-C30D23E6C918}" dt="2025-10-22T13:36:25.601" v="161" actId="962"/>
          <ac:cxnSpMkLst>
            <pc:docMk/>
            <pc:sldMk cId="3741129801" sldId="367"/>
            <ac:cxnSpMk id="84" creationId="{3270A74D-3891-474A-BFDC-E5B8E706A54B}"/>
          </ac:cxnSpMkLst>
        </pc:cxnChg>
        <pc:cxnChg chg="mod">
          <ac:chgData name="Gander, Maximilian Paul" userId="89bd04d0-b7be-453b-a43e-de977f28eb32" providerId="ADAL" clId="{A9CDDD4B-1FE5-59A8-974E-C30D23E6C918}" dt="2025-10-22T13:39:16.550" v="174" actId="962"/>
          <ac:cxnSpMkLst>
            <pc:docMk/>
            <pc:sldMk cId="3741129801" sldId="367"/>
            <ac:cxnSpMk id="112" creationId="{9FF2A66F-BE7A-3B44-8185-A4215557B25B}"/>
          </ac:cxnSpMkLst>
        </pc:cxnChg>
      </pc:sldChg>
      <pc:sldChg chg="mod modShow">
        <pc:chgData name="Gander, Maximilian Paul" userId="89bd04d0-b7be-453b-a43e-de977f28eb32" providerId="ADAL" clId="{A9CDDD4B-1FE5-59A8-974E-C30D23E6C918}" dt="2025-10-22T13:26:44.488" v="0" actId="729"/>
        <pc:sldMkLst>
          <pc:docMk/>
          <pc:sldMk cId="4096171991" sldId="368"/>
        </pc:sldMkLst>
      </pc:sldChg>
      <pc:sldChg chg="add">
        <pc:chgData name="Gander, Maximilian Paul" userId="89bd04d0-b7be-453b-a43e-de977f28eb32" providerId="ADAL" clId="{A9CDDD4B-1FE5-59A8-974E-C30D23E6C918}" dt="2025-10-22T13:47:07.298" v="644"/>
        <pc:sldMkLst>
          <pc:docMk/>
          <pc:sldMk cId="1249521621" sldId="2147479500"/>
        </pc:sldMkLst>
      </pc:sldChg>
      <pc:sldChg chg="modSp add mod ord modCm">
        <pc:chgData name="Gander, Maximilian Paul" userId="89bd04d0-b7be-453b-a43e-de977f28eb32" providerId="ADAL" clId="{A9CDDD4B-1FE5-59A8-974E-C30D23E6C918}" dt="2025-10-22T13:41:51.536" v="265" actId="20577"/>
        <pc:sldMkLst>
          <pc:docMk/>
          <pc:sldMk cId="3489544521" sldId="2147483258"/>
        </pc:sldMkLst>
        <pc:spChg chg="mod">
          <ac:chgData name="Gander, Maximilian Paul" userId="89bd04d0-b7be-453b-a43e-de977f28eb32" providerId="ADAL" clId="{A9CDDD4B-1FE5-59A8-974E-C30D23E6C918}" dt="2025-10-22T13:41:51.536" v="265" actId="20577"/>
          <ac:spMkLst>
            <pc:docMk/>
            <pc:sldMk cId="3489544521" sldId="2147483258"/>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Gander, Maximilian Paul" userId="89bd04d0-b7be-453b-a43e-de977f28eb32" providerId="ADAL" clId="{A9CDDD4B-1FE5-59A8-974E-C30D23E6C918}" dt="2025-10-22T13:27:29.812" v="99" actId="20577"/>
              <pc2:cmMkLst xmlns:pc2="http://schemas.microsoft.com/office/powerpoint/2019/9/main/command">
                <pc:docMk/>
                <pc:sldMk cId="3489544521" sldId="2147483258"/>
                <pc2:cmMk id="{47D715E7-A357-42D4-B75E-6B692B9338E2}"/>
              </pc2:cmMkLst>
            </pc226:cmChg>
          </p:ext>
        </pc:extLst>
      </pc:sldChg>
      <pc:sldChg chg="add ord">
        <pc:chgData name="Gander, Maximilian Paul" userId="89bd04d0-b7be-453b-a43e-de977f28eb32" providerId="ADAL" clId="{A9CDDD4B-1FE5-59A8-974E-C30D23E6C918}" dt="2025-10-22T13:28:16.701" v="132" actId="20578"/>
        <pc:sldMkLst>
          <pc:docMk/>
          <pc:sldMk cId="1132970949" sldId="2147483620"/>
        </pc:sldMkLst>
      </pc:sldChg>
      <pc:sldChg chg="add del ord">
        <pc:chgData name="Gander, Maximilian Paul" userId="89bd04d0-b7be-453b-a43e-de977f28eb32" providerId="ADAL" clId="{A9CDDD4B-1FE5-59A8-974E-C30D23E6C918}" dt="2025-10-22T13:28:45.310" v="137" actId="2696"/>
        <pc:sldMkLst>
          <pc:docMk/>
          <pc:sldMk cId="3174241039" sldId="2147483636"/>
        </pc:sldMkLst>
      </pc:sldChg>
      <pc:sldChg chg="modSp add mod ord">
        <pc:chgData name="Gander, Maximilian Paul" userId="89bd04d0-b7be-453b-a43e-de977f28eb32" providerId="ADAL" clId="{A9CDDD4B-1FE5-59A8-974E-C30D23E6C918}" dt="2025-10-22T13:45:27.160" v="639" actId="20577"/>
        <pc:sldMkLst>
          <pc:docMk/>
          <pc:sldMk cId="4097943500" sldId="2147483646"/>
        </pc:sldMkLst>
        <pc:spChg chg="mod">
          <ac:chgData name="Gander, Maximilian Paul" userId="89bd04d0-b7be-453b-a43e-de977f28eb32" providerId="ADAL" clId="{A9CDDD4B-1FE5-59A8-974E-C30D23E6C918}" dt="2025-10-22T13:45:27.160" v="639" actId="20577"/>
          <ac:spMkLst>
            <pc:docMk/>
            <pc:sldMk cId="4097943500" sldId="2147483646"/>
            <ac:spMk id="2" creationId="{A833B013-19EB-C8DC-8876-FF0D6A1E4789}"/>
          </ac:spMkLst>
        </pc:spChg>
        <pc:spChg chg="mod">
          <ac:chgData name="Gander, Maximilian Paul" userId="89bd04d0-b7be-453b-a43e-de977f28eb32" providerId="ADAL" clId="{A9CDDD4B-1FE5-59A8-974E-C30D23E6C918}" dt="2025-10-22T13:42:32.587" v="350" actId="20577"/>
          <ac:spMkLst>
            <pc:docMk/>
            <pc:sldMk cId="4097943500" sldId="2147483646"/>
            <ac:spMk id="3" creationId="{41C23FF8-914C-7254-F513-6C3FA1712AFA}"/>
          </ac:spMkLst>
        </pc:spChg>
      </pc:sldChg>
      <pc:sldChg chg="modSp new mod ord">
        <pc:chgData name="Gander, Maximilian Paul" userId="89bd04d0-b7be-453b-a43e-de977f28eb32" providerId="ADAL" clId="{A9CDDD4B-1FE5-59A8-974E-C30D23E6C918}" dt="2025-10-22T13:52:00.058" v="1302" actId="20577"/>
        <pc:sldMkLst>
          <pc:docMk/>
          <pc:sldMk cId="1642327995" sldId="2147483647"/>
        </pc:sldMkLst>
        <pc:spChg chg="mod">
          <ac:chgData name="Gander, Maximilian Paul" userId="89bd04d0-b7be-453b-a43e-de977f28eb32" providerId="ADAL" clId="{A9CDDD4B-1FE5-59A8-974E-C30D23E6C918}" dt="2025-10-22T13:52:00.058" v="1302" actId="20577"/>
          <ac:spMkLst>
            <pc:docMk/>
            <pc:sldMk cId="1642327995" sldId="2147483647"/>
            <ac:spMk id="2" creationId="{EA9561C7-F481-5265-9B1F-A194BD5929F8}"/>
          </ac:spMkLst>
        </pc:spChg>
        <pc:spChg chg="mod">
          <ac:chgData name="Gander, Maximilian Paul" userId="89bd04d0-b7be-453b-a43e-de977f28eb32" providerId="ADAL" clId="{A9CDDD4B-1FE5-59A8-974E-C30D23E6C918}" dt="2025-10-22T13:43:18.302" v="365" actId="20577"/>
          <ac:spMkLst>
            <pc:docMk/>
            <pc:sldMk cId="1642327995" sldId="2147483647"/>
            <ac:spMk id="3" creationId="{844A050B-57A2-9455-6973-3918197A781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0582DE-B8CB-D94C-9955-A1480380CE2C}" type="datetimeFigureOut">
              <a:rPr lang="en-US" smtClean="0"/>
              <a:t>10/22/25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89A6DD-AC8D-0B48-88B4-4376DD8D1B9F}" type="slidenum">
              <a:rPr lang="en-US" smtClean="0"/>
              <a:t>‹#›</a:t>
            </a:fld>
            <a:endParaRPr lang="en-US"/>
          </a:p>
        </p:txBody>
      </p:sp>
    </p:spTree>
    <p:extLst>
      <p:ext uri="{BB962C8B-B14F-4D97-AF65-F5344CB8AC3E}">
        <p14:creationId xmlns:p14="http://schemas.microsoft.com/office/powerpoint/2010/main" val="1142059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en-DE" smtClean="0"/>
              <a:pPr/>
              <a:t>1</a:t>
            </a:fld>
            <a:endParaRPr lang="en-DE"/>
          </a:p>
        </p:txBody>
      </p:sp>
    </p:spTree>
    <p:extLst>
      <p:ext uri="{BB962C8B-B14F-4D97-AF65-F5344CB8AC3E}">
        <p14:creationId xmlns:p14="http://schemas.microsoft.com/office/powerpoint/2010/main" val="3156999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7D8C2C35-2B8A-446E-BEC0-FD36716C29AC}" type="slidenum">
              <a:rPr lang="de-DE" smtClean="0"/>
              <a:pPr/>
              <a:t>2</a:t>
            </a:fld>
            <a:endParaRPr lang="de-DE"/>
          </a:p>
        </p:txBody>
      </p:sp>
    </p:spTree>
    <p:extLst>
      <p:ext uri="{BB962C8B-B14F-4D97-AF65-F5344CB8AC3E}">
        <p14:creationId xmlns:p14="http://schemas.microsoft.com/office/powerpoint/2010/main" val="812845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a:p>
        </p:txBody>
      </p:sp>
      <p:sp>
        <p:nvSpPr>
          <p:cNvPr id="9" name="Slide Image Placeholder 8"/>
          <p:cNvSpPr>
            <a:spLocks noGrp="1" noRot="1" noChangeAspect="1"/>
          </p:cNvSpPr>
          <p:nvPr>
            <p:ph type="sldImg"/>
          </p:nvPr>
        </p:nvSpPr>
        <p:spPr>
          <a:xfrm>
            <a:off x="547688" y="612775"/>
            <a:ext cx="5762625" cy="3241675"/>
          </a:xfrm>
        </p:spPr>
      </p:sp>
      <p:sp>
        <p:nvSpPr>
          <p:cNvPr id="10" name="Notes Placeholder 9"/>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94510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729FA-2C72-9A14-465E-51A382572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08800D-DAA3-5A9B-46EF-C3FEC9284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85B9E-2683-E809-B819-829D9CAB0B10}"/>
              </a:ext>
            </a:extLst>
          </p:cNvPr>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 Seamless Planning initiative is about bringing SAC and DSP closer together for planning scenarios, and ultimately  </a:t>
            </a:r>
            <a:r>
              <a:rPr lang="en-US" sz="1400">
                <a:solidFill>
                  <a:srgbClr val="1B90FF"/>
                </a:solidFill>
                <a:latin typeface="72 Brand Medium" panose="020B0504030603020204" pitchFamily="34" charset="0"/>
              </a:rPr>
              <a:t>fully realizing the vision of XP&amp;A in the context of Business Data Cloud. BDC offers a lot of additional benefits for planning like the usage of intelligent apps, data products, custom AI/ML in SAP Databricks and the integration of BW data products. </a:t>
            </a:r>
            <a:endParaRPr lang="en-CA" b="0" i="0">
              <a:solidFill>
                <a:srgbClr val="223548"/>
              </a:solidFill>
              <a:effectLst/>
              <a:latin typeface="72 Brand Variable" panose="020B0504030603020204" pitchFamily="34" charset="0"/>
            </a:endParaRPr>
          </a:p>
          <a:p>
            <a:pPr marL="0" indent="0">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E66F8130-1D23-6C7C-1E4B-7EAD56D353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8C2C35-2B8A-446E-BEC0-FD36716C29AC}" type="slidenum">
              <a:rPr kumimoji="0" lang="en-D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D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30150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522797" lvl="1" indent="-342797">
              <a:spcBef>
                <a:spcPts val="300"/>
              </a:spcBef>
              <a:buFont typeface="Wingdings" panose="05000000000000000000" pitchFamily="2" charset="2"/>
              <a:buChar char="§"/>
            </a:pPr>
            <a:endParaRPr lang="en-US" sz="1400">
              <a:latin typeface="72" panose="020B0503030000000003" pitchFamily="34" charset="0"/>
            </a:endParaRPr>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5</a:t>
            </a:fld>
            <a:endParaRPr kumimoji="0" lang="de-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38320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89A6DD-AC8D-0B48-88B4-4376DD8D1B9F}" type="slidenum">
              <a:rPr lang="en-US" smtClean="0"/>
              <a:t>9</a:t>
            </a:fld>
            <a:endParaRPr lang="en-US"/>
          </a:p>
        </p:txBody>
      </p:sp>
    </p:spTree>
    <p:extLst>
      <p:ext uri="{BB962C8B-B14F-4D97-AF65-F5344CB8AC3E}">
        <p14:creationId xmlns:p14="http://schemas.microsoft.com/office/powerpoint/2010/main" val="151757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05EBF-A852-1A73-E2DB-7DC6D785F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65014-6D2A-79AE-EDC3-1C9ED4317D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76BC6E-828F-E071-87DE-05990FEFF9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70AF48-2097-7295-2145-F32C8A8D2A2E}"/>
              </a:ext>
            </a:extLst>
          </p:cNvPr>
          <p:cNvSpPr>
            <a:spLocks noGrp="1"/>
          </p:cNvSpPr>
          <p:nvPr>
            <p:ph type="sldNum" sz="quarter" idx="5"/>
          </p:nvPr>
        </p:nvSpPr>
        <p:spPr/>
        <p:txBody>
          <a:bodyPr/>
          <a:lstStyle/>
          <a:p>
            <a:fld id="{1F89A6DD-AC8D-0B48-88B4-4376DD8D1B9F}" type="slidenum">
              <a:rPr lang="en-US" smtClean="0"/>
              <a:t>10</a:t>
            </a:fld>
            <a:endParaRPr lang="en-US"/>
          </a:p>
        </p:txBody>
      </p:sp>
    </p:spTree>
    <p:extLst>
      <p:ext uri="{BB962C8B-B14F-4D97-AF65-F5344CB8AC3E}">
        <p14:creationId xmlns:p14="http://schemas.microsoft.com/office/powerpoint/2010/main" val="983643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bin"/><Relationship Id="rId5" Type="http://schemas.openxmlformats.org/officeDocument/2006/relationships/image" Target="../media/image5.sv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bin"/><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19FB-ED0E-CF68-ACF5-BE497699E5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6B5EBA-BE4B-473A-52E4-078DFC877D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2635B9-7994-77E5-E1BD-73D556334A2D}"/>
              </a:ext>
            </a:extLst>
          </p:cNvPr>
          <p:cNvSpPr>
            <a:spLocks noGrp="1"/>
          </p:cNvSpPr>
          <p:nvPr>
            <p:ph type="dt" sz="half" idx="10"/>
          </p:nvPr>
        </p:nvSpPr>
        <p:spPr/>
        <p:txBody>
          <a:bodyPr/>
          <a:lstStyle/>
          <a:p>
            <a:fld id="{0B351748-804B-D34E-8034-F461705965E3}" type="datetimeFigureOut">
              <a:rPr lang="en-US" smtClean="0"/>
              <a:t>10/22/25</a:t>
            </a:fld>
            <a:endParaRPr lang="en-US"/>
          </a:p>
        </p:txBody>
      </p:sp>
      <p:sp>
        <p:nvSpPr>
          <p:cNvPr id="5" name="Footer Placeholder 4">
            <a:extLst>
              <a:ext uri="{FF2B5EF4-FFF2-40B4-BE49-F238E27FC236}">
                <a16:creationId xmlns:a16="http://schemas.microsoft.com/office/drawing/2014/main" id="{47825E67-FC46-CEDF-61CF-09411A55E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5C83B9-25C7-EDA5-1338-C914BB3FD5C4}"/>
              </a:ext>
            </a:extLst>
          </p:cNvPr>
          <p:cNvSpPr>
            <a:spLocks noGrp="1"/>
          </p:cNvSpPr>
          <p:nvPr>
            <p:ph type="sldNum" sz="quarter" idx="12"/>
          </p:nvPr>
        </p:nvSpPr>
        <p:spPr/>
        <p:txBody>
          <a:bodyPr/>
          <a:lstStyle/>
          <a:p>
            <a:fld id="{4254D605-078A-0149-B764-61EA7FEDBCAA}" type="slidenum">
              <a:rPr lang="en-US" smtClean="0"/>
              <a:t>‹#›</a:t>
            </a:fld>
            <a:endParaRPr lang="en-US"/>
          </a:p>
        </p:txBody>
      </p:sp>
    </p:spTree>
    <p:extLst>
      <p:ext uri="{BB962C8B-B14F-4D97-AF65-F5344CB8AC3E}">
        <p14:creationId xmlns:p14="http://schemas.microsoft.com/office/powerpoint/2010/main" val="3130631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25F01-D3CA-4AA2-352B-6FB3CA59A1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49C2B4-2BB6-6B23-BAC6-D034201A16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4B96E-E66A-B7BB-7139-3A81C7E846D4}"/>
              </a:ext>
            </a:extLst>
          </p:cNvPr>
          <p:cNvSpPr>
            <a:spLocks noGrp="1"/>
          </p:cNvSpPr>
          <p:nvPr>
            <p:ph type="dt" sz="half" idx="10"/>
          </p:nvPr>
        </p:nvSpPr>
        <p:spPr/>
        <p:txBody>
          <a:bodyPr/>
          <a:lstStyle/>
          <a:p>
            <a:fld id="{0B351748-804B-D34E-8034-F461705965E3}" type="datetimeFigureOut">
              <a:rPr lang="en-US" smtClean="0"/>
              <a:t>10/22/25</a:t>
            </a:fld>
            <a:endParaRPr lang="en-US"/>
          </a:p>
        </p:txBody>
      </p:sp>
      <p:sp>
        <p:nvSpPr>
          <p:cNvPr id="5" name="Footer Placeholder 4">
            <a:extLst>
              <a:ext uri="{FF2B5EF4-FFF2-40B4-BE49-F238E27FC236}">
                <a16:creationId xmlns:a16="http://schemas.microsoft.com/office/drawing/2014/main" id="{09137C16-4F13-2382-B7F6-80286672B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524CED-49A2-272E-0CCC-8C36FB9600E8}"/>
              </a:ext>
            </a:extLst>
          </p:cNvPr>
          <p:cNvSpPr>
            <a:spLocks noGrp="1"/>
          </p:cNvSpPr>
          <p:nvPr>
            <p:ph type="sldNum" sz="quarter" idx="12"/>
          </p:nvPr>
        </p:nvSpPr>
        <p:spPr/>
        <p:txBody>
          <a:bodyPr/>
          <a:lstStyle/>
          <a:p>
            <a:fld id="{4254D605-078A-0149-B764-61EA7FEDBCAA}" type="slidenum">
              <a:rPr lang="en-US" smtClean="0"/>
              <a:t>‹#›</a:t>
            </a:fld>
            <a:endParaRPr lang="en-US"/>
          </a:p>
        </p:txBody>
      </p:sp>
    </p:spTree>
    <p:extLst>
      <p:ext uri="{BB962C8B-B14F-4D97-AF65-F5344CB8AC3E}">
        <p14:creationId xmlns:p14="http://schemas.microsoft.com/office/powerpoint/2010/main" val="1281174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5F3F8-C1A1-5169-451E-92A2FB107F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D0CF3D-334D-DECC-4E8E-04811438AD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09A015-6F17-58E3-299C-480505B6DCFF}"/>
              </a:ext>
            </a:extLst>
          </p:cNvPr>
          <p:cNvSpPr>
            <a:spLocks noGrp="1"/>
          </p:cNvSpPr>
          <p:nvPr>
            <p:ph type="dt" sz="half" idx="10"/>
          </p:nvPr>
        </p:nvSpPr>
        <p:spPr/>
        <p:txBody>
          <a:bodyPr/>
          <a:lstStyle/>
          <a:p>
            <a:fld id="{0B351748-804B-D34E-8034-F461705965E3}" type="datetimeFigureOut">
              <a:rPr lang="en-US" smtClean="0"/>
              <a:t>10/22/25</a:t>
            </a:fld>
            <a:endParaRPr lang="en-US"/>
          </a:p>
        </p:txBody>
      </p:sp>
      <p:sp>
        <p:nvSpPr>
          <p:cNvPr id="5" name="Footer Placeholder 4">
            <a:extLst>
              <a:ext uri="{FF2B5EF4-FFF2-40B4-BE49-F238E27FC236}">
                <a16:creationId xmlns:a16="http://schemas.microsoft.com/office/drawing/2014/main" id="{94432EFA-0C31-F2E2-0176-644E837451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E26957-ADAD-5A1F-3048-9CE86DF111DB}"/>
              </a:ext>
            </a:extLst>
          </p:cNvPr>
          <p:cNvSpPr>
            <a:spLocks noGrp="1"/>
          </p:cNvSpPr>
          <p:nvPr>
            <p:ph type="sldNum" sz="quarter" idx="12"/>
          </p:nvPr>
        </p:nvSpPr>
        <p:spPr/>
        <p:txBody>
          <a:bodyPr/>
          <a:lstStyle/>
          <a:p>
            <a:fld id="{4254D605-078A-0149-B764-61EA7FEDBCAA}" type="slidenum">
              <a:rPr lang="en-US" smtClean="0"/>
              <a:t>‹#›</a:t>
            </a:fld>
            <a:endParaRPr lang="en-US"/>
          </a:p>
        </p:txBody>
      </p:sp>
    </p:spTree>
    <p:extLst>
      <p:ext uri="{BB962C8B-B14F-4D97-AF65-F5344CB8AC3E}">
        <p14:creationId xmlns:p14="http://schemas.microsoft.com/office/powerpoint/2010/main" val="2905987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27DA2-3584-F52F-BD5A-4140C1899F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4303D8-ABB5-8E8C-7066-368B4447D8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01A8A3-B312-B3D3-C611-17097EC786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00CA10-0ED2-0C97-335D-DBB1AB41FE19}"/>
              </a:ext>
            </a:extLst>
          </p:cNvPr>
          <p:cNvSpPr>
            <a:spLocks noGrp="1"/>
          </p:cNvSpPr>
          <p:nvPr>
            <p:ph type="dt" sz="half" idx="10"/>
          </p:nvPr>
        </p:nvSpPr>
        <p:spPr/>
        <p:txBody>
          <a:bodyPr/>
          <a:lstStyle/>
          <a:p>
            <a:fld id="{0B351748-804B-D34E-8034-F461705965E3}" type="datetimeFigureOut">
              <a:rPr lang="en-US" smtClean="0"/>
              <a:t>10/22/25</a:t>
            </a:fld>
            <a:endParaRPr lang="en-US"/>
          </a:p>
        </p:txBody>
      </p:sp>
      <p:sp>
        <p:nvSpPr>
          <p:cNvPr id="6" name="Footer Placeholder 5">
            <a:extLst>
              <a:ext uri="{FF2B5EF4-FFF2-40B4-BE49-F238E27FC236}">
                <a16:creationId xmlns:a16="http://schemas.microsoft.com/office/drawing/2014/main" id="{346F0AE2-1133-3FAC-B324-2AA275A34F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4A9EC3-4F98-1F93-CABC-AE94462ACA5F}"/>
              </a:ext>
            </a:extLst>
          </p:cNvPr>
          <p:cNvSpPr>
            <a:spLocks noGrp="1"/>
          </p:cNvSpPr>
          <p:nvPr>
            <p:ph type="sldNum" sz="quarter" idx="12"/>
          </p:nvPr>
        </p:nvSpPr>
        <p:spPr/>
        <p:txBody>
          <a:bodyPr/>
          <a:lstStyle/>
          <a:p>
            <a:fld id="{4254D605-078A-0149-B764-61EA7FEDBCAA}" type="slidenum">
              <a:rPr lang="en-US" smtClean="0"/>
              <a:t>‹#›</a:t>
            </a:fld>
            <a:endParaRPr lang="en-US"/>
          </a:p>
        </p:txBody>
      </p:sp>
    </p:spTree>
    <p:extLst>
      <p:ext uri="{BB962C8B-B14F-4D97-AF65-F5344CB8AC3E}">
        <p14:creationId xmlns:p14="http://schemas.microsoft.com/office/powerpoint/2010/main" val="451657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5B86B-82C9-8BAD-19FA-F04394A8AA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4F5B91-F88D-3D3D-9570-5AEB65626D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2B02C7-1536-132A-01BB-AEEA975BC7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6D4C22-C79D-D24B-D6B4-59524CAE99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B5AA75-02EA-C19D-AB62-153D6C3448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556BE6-D858-6BD9-D16A-8303421ED487}"/>
              </a:ext>
            </a:extLst>
          </p:cNvPr>
          <p:cNvSpPr>
            <a:spLocks noGrp="1"/>
          </p:cNvSpPr>
          <p:nvPr>
            <p:ph type="dt" sz="half" idx="10"/>
          </p:nvPr>
        </p:nvSpPr>
        <p:spPr/>
        <p:txBody>
          <a:bodyPr/>
          <a:lstStyle/>
          <a:p>
            <a:fld id="{0B351748-804B-D34E-8034-F461705965E3}" type="datetimeFigureOut">
              <a:rPr lang="en-US" smtClean="0"/>
              <a:t>10/22/25</a:t>
            </a:fld>
            <a:endParaRPr lang="en-US"/>
          </a:p>
        </p:txBody>
      </p:sp>
      <p:sp>
        <p:nvSpPr>
          <p:cNvPr id="8" name="Footer Placeholder 7">
            <a:extLst>
              <a:ext uri="{FF2B5EF4-FFF2-40B4-BE49-F238E27FC236}">
                <a16:creationId xmlns:a16="http://schemas.microsoft.com/office/drawing/2014/main" id="{D204A0B5-E5AF-E7D8-D1C8-28D1896046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7BD253-94D4-03E4-4441-56C7E199EE3A}"/>
              </a:ext>
            </a:extLst>
          </p:cNvPr>
          <p:cNvSpPr>
            <a:spLocks noGrp="1"/>
          </p:cNvSpPr>
          <p:nvPr>
            <p:ph type="sldNum" sz="quarter" idx="12"/>
          </p:nvPr>
        </p:nvSpPr>
        <p:spPr/>
        <p:txBody>
          <a:bodyPr/>
          <a:lstStyle/>
          <a:p>
            <a:fld id="{4254D605-078A-0149-B764-61EA7FEDBCAA}" type="slidenum">
              <a:rPr lang="en-US" smtClean="0"/>
              <a:t>‹#›</a:t>
            </a:fld>
            <a:endParaRPr lang="en-US"/>
          </a:p>
        </p:txBody>
      </p:sp>
    </p:spTree>
    <p:extLst>
      <p:ext uri="{BB962C8B-B14F-4D97-AF65-F5344CB8AC3E}">
        <p14:creationId xmlns:p14="http://schemas.microsoft.com/office/powerpoint/2010/main" val="3352132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F6531-124D-27FA-BB3D-7B258A16D70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0D450F-FBA0-BACC-6F93-948EA4B78C10}"/>
              </a:ext>
            </a:extLst>
          </p:cNvPr>
          <p:cNvSpPr>
            <a:spLocks noGrp="1"/>
          </p:cNvSpPr>
          <p:nvPr>
            <p:ph type="dt" sz="half" idx="10"/>
          </p:nvPr>
        </p:nvSpPr>
        <p:spPr/>
        <p:txBody>
          <a:bodyPr/>
          <a:lstStyle/>
          <a:p>
            <a:fld id="{0B351748-804B-D34E-8034-F461705965E3}" type="datetimeFigureOut">
              <a:rPr lang="en-US" smtClean="0"/>
              <a:t>10/22/25</a:t>
            </a:fld>
            <a:endParaRPr lang="en-US"/>
          </a:p>
        </p:txBody>
      </p:sp>
      <p:sp>
        <p:nvSpPr>
          <p:cNvPr id="4" name="Footer Placeholder 3">
            <a:extLst>
              <a:ext uri="{FF2B5EF4-FFF2-40B4-BE49-F238E27FC236}">
                <a16:creationId xmlns:a16="http://schemas.microsoft.com/office/drawing/2014/main" id="{6D56F392-19CF-EA0A-B3D0-AF3872FB9F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A132AD-C71F-59C4-521A-EF6A78DFD57B}"/>
              </a:ext>
            </a:extLst>
          </p:cNvPr>
          <p:cNvSpPr>
            <a:spLocks noGrp="1"/>
          </p:cNvSpPr>
          <p:nvPr>
            <p:ph type="sldNum" sz="quarter" idx="12"/>
          </p:nvPr>
        </p:nvSpPr>
        <p:spPr/>
        <p:txBody>
          <a:bodyPr/>
          <a:lstStyle/>
          <a:p>
            <a:fld id="{4254D605-078A-0149-B764-61EA7FEDBCAA}" type="slidenum">
              <a:rPr lang="en-US" smtClean="0"/>
              <a:t>‹#›</a:t>
            </a:fld>
            <a:endParaRPr lang="en-US"/>
          </a:p>
        </p:txBody>
      </p:sp>
    </p:spTree>
    <p:extLst>
      <p:ext uri="{BB962C8B-B14F-4D97-AF65-F5344CB8AC3E}">
        <p14:creationId xmlns:p14="http://schemas.microsoft.com/office/powerpoint/2010/main" val="3463980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4F5942-C110-2CBB-4EC4-5769C1819DDD}"/>
              </a:ext>
            </a:extLst>
          </p:cNvPr>
          <p:cNvSpPr>
            <a:spLocks noGrp="1"/>
          </p:cNvSpPr>
          <p:nvPr>
            <p:ph type="dt" sz="half" idx="10"/>
          </p:nvPr>
        </p:nvSpPr>
        <p:spPr/>
        <p:txBody>
          <a:bodyPr/>
          <a:lstStyle/>
          <a:p>
            <a:fld id="{0B351748-804B-D34E-8034-F461705965E3}" type="datetimeFigureOut">
              <a:rPr lang="en-US" smtClean="0"/>
              <a:t>10/22/25</a:t>
            </a:fld>
            <a:endParaRPr lang="en-US"/>
          </a:p>
        </p:txBody>
      </p:sp>
      <p:sp>
        <p:nvSpPr>
          <p:cNvPr id="3" name="Footer Placeholder 2">
            <a:extLst>
              <a:ext uri="{FF2B5EF4-FFF2-40B4-BE49-F238E27FC236}">
                <a16:creationId xmlns:a16="http://schemas.microsoft.com/office/drawing/2014/main" id="{A3057C77-AA9B-F19D-5790-9A704C9C6C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909F99-15AD-B4F2-7147-C75925BFBA1C}"/>
              </a:ext>
            </a:extLst>
          </p:cNvPr>
          <p:cNvSpPr>
            <a:spLocks noGrp="1"/>
          </p:cNvSpPr>
          <p:nvPr>
            <p:ph type="sldNum" sz="quarter" idx="12"/>
          </p:nvPr>
        </p:nvSpPr>
        <p:spPr/>
        <p:txBody>
          <a:bodyPr/>
          <a:lstStyle/>
          <a:p>
            <a:fld id="{4254D605-078A-0149-B764-61EA7FEDBCAA}" type="slidenum">
              <a:rPr lang="en-US" smtClean="0"/>
              <a:t>‹#›</a:t>
            </a:fld>
            <a:endParaRPr lang="en-US"/>
          </a:p>
        </p:txBody>
      </p:sp>
    </p:spTree>
    <p:extLst>
      <p:ext uri="{BB962C8B-B14F-4D97-AF65-F5344CB8AC3E}">
        <p14:creationId xmlns:p14="http://schemas.microsoft.com/office/powerpoint/2010/main" val="3693672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B5CC1-6F9E-DD70-3565-3C3D9AEC73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2A33ED-A052-AC3C-B094-C5666294AD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2AA78D-9411-4DD8-3161-DC98DEAF5A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8043A4-4364-0E88-8D53-BB4A477064EC}"/>
              </a:ext>
            </a:extLst>
          </p:cNvPr>
          <p:cNvSpPr>
            <a:spLocks noGrp="1"/>
          </p:cNvSpPr>
          <p:nvPr>
            <p:ph type="dt" sz="half" idx="10"/>
          </p:nvPr>
        </p:nvSpPr>
        <p:spPr/>
        <p:txBody>
          <a:bodyPr/>
          <a:lstStyle/>
          <a:p>
            <a:fld id="{0B351748-804B-D34E-8034-F461705965E3}" type="datetimeFigureOut">
              <a:rPr lang="en-US" smtClean="0"/>
              <a:t>10/22/25</a:t>
            </a:fld>
            <a:endParaRPr lang="en-US"/>
          </a:p>
        </p:txBody>
      </p:sp>
      <p:sp>
        <p:nvSpPr>
          <p:cNvPr id="6" name="Footer Placeholder 5">
            <a:extLst>
              <a:ext uri="{FF2B5EF4-FFF2-40B4-BE49-F238E27FC236}">
                <a16:creationId xmlns:a16="http://schemas.microsoft.com/office/drawing/2014/main" id="{4045DAF5-4CD7-DE91-D3C4-E87F281607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D2773B-F872-8EF5-CDB1-3940F439FF13}"/>
              </a:ext>
            </a:extLst>
          </p:cNvPr>
          <p:cNvSpPr>
            <a:spLocks noGrp="1"/>
          </p:cNvSpPr>
          <p:nvPr>
            <p:ph type="sldNum" sz="quarter" idx="12"/>
          </p:nvPr>
        </p:nvSpPr>
        <p:spPr/>
        <p:txBody>
          <a:bodyPr/>
          <a:lstStyle/>
          <a:p>
            <a:fld id="{4254D605-078A-0149-B764-61EA7FEDBCAA}" type="slidenum">
              <a:rPr lang="en-US" smtClean="0"/>
              <a:t>‹#›</a:t>
            </a:fld>
            <a:endParaRPr lang="en-US"/>
          </a:p>
        </p:txBody>
      </p:sp>
    </p:spTree>
    <p:extLst>
      <p:ext uri="{BB962C8B-B14F-4D97-AF65-F5344CB8AC3E}">
        <p14:creationId xmlns:p14="http://schemas.microsoft.com/office/powerpoint/2010/main" val="1835225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D7757-91FC-E0F5-3B61-DA2219A93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B36C91-22D4-A320-C09C-A3EB935490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8571D0-4A2C-F2FE-A743-3F84BCAD89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098748-5FF8-0D74-B848-5B639EA20C13}"/>
              </a:ext>
            </a:extLst>
          </p:cNvPr>
          <p:cNvSpPr>
            <a:spLocks noGrp="1"/>
          </p:cNvSpPr>
          <p:nvPr>
            <p:ph type="dt" sz="half" idx="10"/>
          </p:nvPr>
        </p:nvSpPr>
        <p:spPr/>
        <p:txBody>
          <a:bodyPr/>
          <a:lstStyle/>
          <a:p>
            <a:fld id="{0B351748-804B-D34E-8034-F461705965E3}" type="datetimeFigureOut">
              <a:rPr lang="en-US" smtClean="0"/>
              <a:t>10/22/25</a:t>
            </a:fld>
            <a:endParaRPr lang="en-US"/>
          </a:p>
        </p:txBody>
      </p:sp>
      <p:sp>
        <p:nvSpPr>
          <p:cNvPr id="6" name="Footer Placeholder 5">
            <a:extLst>
              <a:ext uri="{FF2B5EF4-FFF2-40B4-BE49-F238E27FC236}">
                <a16:creationId xmlns:a16="http://schemas.microsoft.com/office/drawing/2014/main" id="{53FCB11E-271D-6C95-3ECB-8DB3004BA1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762C58-FE48-167E-B27E-178CBB46CD52}"/>
              </a:ext>
            </a:extLst>
          </p:cNvPr>
          <p:cNvSpPr>
            <a:spLocks noGrp="1"/>
          </p:cNvSpPr>
          <p:nvPr>
            <p:ph type="sldNum" sz="quarter" idx="12"/>
          </p:nvPr>
        </p:nvSpPr>
        <p:spPr/>
        <p:txBody>
          <a:bodyPr/>
          <a:lstStyle/>
          <a:p>
            <a:fld id="{4254D605-078A-0149-B764-61EA7FEDBCAA}" type="slidenum">
              <a:rPr lang="en-US" smtClean="0"/>
              <a:t>‹#›</a:t>
            </a:fld>
            <a:endParaRPr lang="en-US"/>
          </a:p>
        </p:txBody>
      </p:sp>
    </p:spTree>
    <p:extLst>
      <p:ext uri="{BB962C8B-B14F-4D97-AF65-F5344CB8AC3E}">
        <p14:creationId xmlns:p14="http://schemas.microsoft.com/office/powerpoint/2010/main" val="1267855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90431-87E1-3BA1-0472-86051F175A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D8C850-F194-CE31-FA70-EF90691CCA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512B5-933E-5C68-081C-8998EA9E1067}"/>
              </a:ext>
            </a:extLst>
          </p:cNvPr>
          <p:cNvSpPr>
            <a:spLocks noGrp="1"/>
          </p:cNvSpPr>
          <p:nvPr>
            <p:ph type="dt" sz="half" idx="10"/>
          </p:nvPr>
        </p:nvSpPr>
        <p:spPr/>
        <p:txBody>
          <a:bodyPr/>
          <a:lstStyle/>
          <a:p>
            <a:fld id="{0B351748-804B-D34E-8034-F461705965E3}" type="datetimeFigureOut">
              <a:rPr lang="en-US" smtClean="0"/>
              <a:t>10/22/25</a:t>
            </a:fld>
            <a:endParaRPr lang="en-US"/>
          </a:p>
        </p:txBody>
      </p:sp>
      <p:sp>
        <p:nvSpPr>
          <p:cNvPr id="5" name="Footer Placeholder 4">
            <a:extLst>
              <a:ext uri="{FF2B5EF4-FFF2-40B4-BE49-F238E27FC236}">
                <a16:creationId xmlns:a16="http://schemas.microsoft.com/office/drawing/2014/main" id="{8334E855-D2B9-D348-F2DE-B3B0D31EB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4C8EB-8188-83A0-B450-1F218E75D324}"/>
              </a:ext>
            </a:extLst>
          </p:cNvPr>
          <p:cNvSpPr>
            <a:spLocks noGrp="1"/>
          </p:cNvSpPr>
          <p:nvPr>
            <p:ph type="sldNum" sz="quarter" idx="12"/>
          </p:nvPr>
        </p:nvSpPr>
        <p:spPr/>
        <p:txBody>
          <a:bodyPr/>
          <a:lstStyle/>
          <a:p>
            <a:fld id="{4254D605-078A-0149-B764-61EA7FEDBCAA}" type="slidenum">
              <a:rPr lang="en-US" smtClean="0"/>
              <a:t>‹#›</a:t>
            </a:fld>
            <a:endParaRPr lang="en-US"/>
          </a:p>
        </p:txBody>
      </p:sp>
    </p:spTree>
    <p:extLst>
      <p:ext uri="{BB962C8B-B14F-4D97-AF65-F5344CB8AC3E}">
        <p14:creationId xmlns:p14="http://schemas.microsoft.com/office/powerpoint/2010/main" val="2545204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81267D-C080-A5AE-2FDE-BA1AC08050E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7E9CAD-1D6C-E9D8-43D7-C7B09BC7EC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51B6B7-9849-21E1-5DDF-64B8B2E14F92}"/>
              </a:ext>
            </a:extLst>
          </p:cNvPr>
          <p:cNvSpPr>
            <a:spLocks noGrp="1"/>
          </p:cNvSpPr>
          <p:nvPr>
            <p:ph type="dt" sz="half" idx="10"/>
          </p:nvPr>
        </p:nvSpPr>
        <p:spPr/>
        <p:txBody>
          <a:bodyPr/>
          <a:lstStyle/>
          <a:p>
            <a:fld id="{0B351748-804B-D34E-8034-F461705965E3}" type="datetimeFigureOut">
              <a:rPr lang="en-US" smtClean="0"/>
              <a:t>10/22/25</a:t>
            </a:fld>
            <a:endParaRPr lang="en-US"/>
          </a:p>
        </p:txBody>
      </p:sp>
      <p:sp>
        <p:nvSpPr>
          <p:cNvPr id="5" name="Footer Placeholder 4">
            <a:extLst>
              <a:ext uri="{FF2B5EF4-FFF2-40B4-BE49-F238E27FC236}">
                <a16:creationId xmlns:a16="http://schemas.microsoft.com/office/drawing/2014/main" id="{0C939A0C-BCF3-030B-E786-F10D1739D0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DD638F-A4EC-3A37-D924-BF40DF58DD11}"/>
              </a:ext>
            </a:extLst>
          </p:cNvPr>
          <p:cNvSpPr>
            <a:spLocks noGrp="1"/>
          </p:cNvSpPr>
          <p:nvPr>
            <p:ph type="sldNum" sz="quarter" idx="12"/>
          </p:nvPr>
        </p:nvSpPr>
        <p:spPr/>
        <p:txBody>
          <a:bodyPr/>
          <a:lstStyle/>
          <a:p>
            <a:fld id="{4254D605-078A-0149-B764-61EA7FEDBCAA}" type="slidenum">
              <a:rPr lang="en-US" smtClean="0"/>
              <a:t>‹#›</a:t>
            </a:fld>
            <a:endParaRPr lang="en-US"/>
          </a:p>
        </p:txBody>
      </p:sp>
    </p:spTree>
    <p:extLst>
      <p:ext uri="{BB962C8B-B14F-4D97-AF65-F5344CB8AC3E}">
        <p14:creationId xmlns:p14="http://schemas.microsoft.com/office/powerpoint/2010/main" val="29609832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White cover with blue pattern">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369E6551-269A-D225-4CF8-EC6D532E4902}"/>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4" name="Title"/>
          <p:cNvSpPr>
            <a:spLocks noGrp="1"/>
          </p:cNvSpPr>
          <p:nvPr>
            <p:ph type="title" hasCustomPrompt="1"/>
          </p:nvPr>
        </p:nvSpPr>
        <p:spPr>
          <a:xfrm>
            <a:off x="287925" y="2706317"/>
            <a:ext cx="5439871" cy="997196"/>
          </a:xfrm>
        </p:spPr>
        <p:txBody>
          <a:bodyPr anchor="b" anchorCtr="0">
            <a:noAutofit/>
          </a:bodyPr>
          <a:lstStyle>
            <a:lvl1pPr>
              <a:lnSpc>
                <a:spcPct val="90000"/>
              </a:lnSpc>
              <a:defRPr sz="3599" b="0" i="0">
                <a:latin typeface="+mj-lt"/>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599" kern="0" dirty="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6073781" y="0"/>
            <a:ext cx="6118219" cy="6858000"/>
          </a:xfrm>
        </p:spPr>
        <p:txBody>
          <a:bodyPr anchor="ctr" anchorCtr="0"/>
          <a:lstStyle>
            <a:lvl1pPr algn="ctr">
              <a:defRPr/>
            </a:lvl1pPr>
          </a:lstStyle>
          <a:p>
            <a:r>
              <a:rPr lang="en-US"/>
              <a:t>Click to insert picture</a:t>
            </a:r>
          </a:p>
        </p:txBody>
      </p:sp>
      <p:sp>
        <p:nvSpPr>
          <p:cNvPr id="5" name="LogoBlue-Dynamic" descr="{&quot;templafy&quot;:{&quot;id&quot;:&quot;2ddaefda-2208-4a80-a6e9-cfc226c53be2&quot;}}">
            <a:extLst>
              <a:ext uri="{FF2B5EF4-FFF2-40B4-BE49-F238E27FC236}">
                <a16:creationId xmlns:a16="http://schemas.microsoft.com/office/drawing/2014/main" id="{FF7B8CD0-1BFA-08E1-444C-DB5F568BB12F}"/>
              </a:ext>
            </a:extLst>
          </p:cNvPr>
          <p:cNvSpPr>
            <a:spLocks/>
          </p:cNvSpPr>
          <p:nvPr userDrawn="1"/>
        </p:nvSpPr>
        <p:spPr bwMode="gray">
          <a:xfrm>
            <a:off x="287931" y="360000"/>
            <a:ext cx="4318875" cy="360000"/>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6" name="Classification-Dynamic" descr="{&quot;templafy&quot;:{&quot;id&quot;:&quot;a8fac818-767f-4a16-98e0-a7435f540ea5&quot;}}">
            <a:extLst>
              <a:ext uri="{FF2B5EF4-FFF2-40B4-BE49-F238E27FC236}">
                <a16:creationId xmlns:a16="http://schemas.microsoft.com/office/drawing/2014/main" id="{870EB466-B92B-9D4D-974E-A49C0F424152}"/>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11849905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704">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ue cover, anvil and image">
    <p:bg>
      <p:bgRef idx="1001">
        <a:schemeClr val="bg1"/>
      </p:bgRef>
    </p:bg>
    <p:spTree>
      <p:nvGrpSpPr>
        <p:cNvPr id="1" name=""/>
        <p:cNvGrpSpPr/>
        <p:nvPr/>
      </p:nvGrpSpPr>
      <p:grpSpPr>
        <a:xfrm>
          <a:off x="0" y="0"/>
          <a:ext cx="0" cy="0"/>
          <a:chOff x="0" y="0"/>
          <a:chExt cx="0" cy="0"/>
        </a:xfrm>
      </p:grpSpPr>
      <p:pic>
        <p:nvPicPr>
          <p:cNvPr id="10" name="Image 0" descr="preencoded.png">
            <a:extLst>
              <a:ext uri="{FF2B5EF4-FFF2-40B4-BE49-F238E27FC236}">
                <a16:creationId xmlns:a16="http://schemas.microsoft.com/office/drawing/2014/main" id="{9DE307C8-D1C3-00E2-C5B0-2A7EBB981384}"/>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0" y="0"/>
            <a:ext cx="12192000" cy="6861496"/>
          </a:xfrm>
          <a:prstGeom prst="rect">
            <a:avLst/>
          </a:prstGeom>
        </p:spPr>
      </p:pic>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52159" y="1156532"/>
            <a:ext cx="5612260"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82501" y="2141327"/>
            <a:ext cx="4124850"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34022" y="0"/>
            <a:ext cx="4357979" cy="6858000"/>
          </a:xfrm>
        </p:spPr>
        <p:txBody>
          <a:bodyPr anchor="ctr" anchorCtr="0"/>
          <a:lstStyle>
            <a:lvl1pPr algn="ctr">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287263" y="2206502"/>
            <a:ext cx="5566354" cy="997196"/>
          </a:xfrm>
        </p:spPr>
        <p:txBody>
          <a:bodyPr anchor="b" anchorCtr="0">
            <a:noAutofit/>
          </a:bodyPr>
          <a:lstStyle>
            <a:lvl1pPr>
              <a:lnSpc>
                <a:spcPct val="90000"/>
              </a:lnSpc>
              <a:defRPr sz="3599" b="0" i="0">
                <a:solidFill>
                  <a:schemeClr val="bg1"/>
                </a:solidFill>
                <a:latin typeface="+mj-lt"/>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599" kern="0" dirty="0" err="1">
              <a:ea typeface="72 Brand" pitchFamily="34" charset="-128"/>
              <a:cs typeface="72 Brand" pitchFamily="34" charset="-128"/>
            </a:endParaRPr>
          </a:p>
        </p:txBody>
      </p:sp>
      <p:sp>
        <p:nvSpPr>
          <p:cNvPr id="2" name="LogoWhite-Dynamic" descr="{&quot;templafy&quot;:{&quot;id&quot;:&quot;1e98801f-93e8-4cef-ac63-3cedcf049193&quot;}}">
            <a:extLst>
              <a:ext uri="{FF2B5EF4-FFF2-40B4-BE49-F238E27FC236}">
                <a16:creationId xmlns:a16="http://schemas.microsoft.com/office/drawing/2014/main" id="{032494F6-48CD-A02A-329B-1D3AE74E0E9C}"/>
              </a:ext>
            </a:extLst>
          </p:cNvPr>
          <p:cNvSpPr>
            <a:spLocks/>
          </p:cNvSpPr>
          <p:nvPr userDrawn="1"/>
        </p:nvSpPr>
        <p:spPr bwMode="gray">
          <a:xfrm>
            <a:off x="287931" y="360000"/>
            <a:ext cx="4318875" cy="360000"/>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b87ca4bf-463f-48e6-892f-6fbea5462f1e&quot;}}">
            <a:extLst>
              <a:ext uri="{FF2B5EF4-FFF2-40B4-BE49-F238E27FC236}">
                <a16:creationId xmlns:a16="http://schemas.microsoft.com/office/drawing/2014/main" id="{A6D6797F-FF5B-BE1A-D940-2289CF2968F7}"/>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6840773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389">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nk cover with anvil">
    <p:bg>
      <p:bgPr>
        <a:solidFill>
          <a:srgbClr val="28004A"/>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37E79459-E5C5-5E87-E38B-80855D38E462}"/>
              </a:ext>
            </a:extLst>
          </p:cNvPr>
          <p:cNvSpPr/>
          <p:nvPr userDrawn="1"/>
        </p:nvSpPr>
        <p:spPr bwMode="gray">
          <a:xfrm>
            <a:off x="0" y="0"/>
            <a:ext cx="12192000" cy="6858000"/>
          </a:xfrm>
          <a:prstGeom prst="rect">
            <a:avLst/>
          </a:prstGeom>
          <a:solidFill>
            <a:srgbClr val="28004A"/>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2" name="Picture 1">
            <a:extLst>
              <a:ext uri="{FF2B5EF4-FFF2-40B4-BE49-F238E27FC236}">
                <a16:creationId xmlns:a16="http://schemas.microsoft.com/office/drawing/2014/main" id="{1846E736-979F-0D4B-6D59-D0EA5D367E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98512" y="1216760"/>
            <a:ext cx="8885550" cy="4424483"/>
          </a:xfrm>
          <a:prstGeom prst="rect">
            <a:avLst/>
          </a:prstGeom>
        </p:spPr>
      </p:pic>
      <p:sp>
        <p:nvSpPr>
          <p:cNvPr id="4" name="Title"/>
          <p:cNvSpPr>
            <a:spLocks noGrp="1"/>
          </p:cNvSpPr>
          <p:nvPr>
            <p:ph type="title" hasCustomPrompt="1"/>
          </p:nvPr>
        </p:nvSpPr>
        <p:spPr>
          <a:xfrm>
            <a:off x="287925" y="2706317"/>
            <a:ext cx="10897962" cy="997196"/>
          </a:xfrm>
        </p:spPr>
        <p:txBody>
          <a:bodyPr>
            <a:noAutofit/>
          </a:bodyPr>
          <a:lstStyle>
            <a:lvl1pPr>
              <a:lnSpc>
                <a:spcPct val="90000"/>
              </a:lnSpc>
              <a:defRPr sz="3599"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599" kern="0" dirty="0" err="1">
              <a:ea typeface="72 Brand" pitchFamily="34" charset="-128"/>
              <a:cs typeface="72 Brand" pitchFamily="34" charset="-128"/>
            </a:endParaRPr>
          </a:p>
        </p:txBody>
      </p:sp>
      <p:sp>
        <p:nvSpPr>
          <p:cNvPr id="5" name="LogoWhite-Dynamic" descr="{&quot;templafy&quot;:{&quot;id&quot;:&quot;76713d41-5cbf-4092-9baf-82340f6ce7d2&quot;}}">
            <a:extLst>
              <a:ext uri="{FF2B5EF4-FFF2-40B4-BE49-F238E27FC236}">
                <a16:creationId xmlns:a16="http://schemas.microsoft.com/office/drawing/2014/main" id="{1B320325-E461-1EF2-0F59-CB86E0E6F9E5}"/>
              </a:ext>
            </a:extLst>
          </p:cNvPr>
          <p:cNvSpPr>
            <a:spLocks/>
          </p:cNvSpPr>
          <p:nvPr userDrawn="1"/>
        </p:nvSpPr>
        <p:spPr bwMode="gray">
          <a:xfrm>
            <a:off x="287931" y="360000"/>
            <a:ext cx="4318875" cy="360000"/>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7" name="Classification-Dynamic" descr="{&quot;templafy&quot;:{&quot;id&quot;:&quot;fbba1e6f-1948-4cec-b652-6be0a3b84c4f&quot;}}">
            <a:extLst>
              <a:ext uri="{FF2B5EF4-FFF2-40B4-BE49-F238E27FC236}">
                <a16:creationId xmlns:a16="http://schemas.microsoft.com/office/drawing/2014/main" id="{1D05DC80-84C9-9ECA-3B84-3577D8D81659}"/>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983999196"/>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Mango cover with anvil and image">
    <p:bg>
      <p:bgPr>
        <a:solidFill>
          <a:schemeClr val="bg1"/>
        </a:solidFill>
        <a:effectLst/>
      </p:bgPr>
    </p:bg>
    <p:spTree>
      <p:nvGrpSpPr>
        <p:cNvPr id="1" name=""/>
        <p:cNvGrpSpPr/>
        <p:nvPr/>
      </p:nvGrpSpPr>
      <p:grpSpPr>
        <a:xfrm>
          <a:off x="0" y="0"/>
          <a:ext cx="0" cy="0"/>
          <a:chOff x="0" y="0"/>
          <a:chExt cx="0" cy="0"/>
        </a:xfrm>
      </p:grpSpPr>
      <p:sp>
        <p:nvSpPr>
          <p:cNvPr id="149" name="Rectangle 148">
            <a:extLst>
              <a:ext uri="{FF2B5EF4-FFF2-40B4-BE49-F238E27FC236}">
                <a16:creationId xmlns:a16="http://schemas.microsoft.com/office/drawing/2014/main" id="{3F9D113E-DB39-0CF2-578D-9B5D35C92F55}"/>
              </a:ext>
            </a:extLst>
          </p:cNvPr>
          <p:cNvSpPr/>
          <p:nvPr userDrawn="1"/>
        </p:nvSpPr>
        <p:spPr bwMode="gray">
          <a:xfrm>
            <a:off x="7100409" y="0"/>
            <a:ext cx="5091591" cy="6858000"/>
          </a:xfrm>
          <a:prstGeom prst="rect">
            <a:avLst/>
          </a:prstGeom>
          <a:solidFill>
            <a:srgbClr val="FFC932"/>
          </a:solid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pic>
        <p:nvPicPr>
          <p:cNvPr id="6" name="Graphic 5">
            <a:extLst>
              <a:ext uri="{FF2B5EF4-FFF2-40B4-BE49-F238E27FC236}">
                <a16:creationId xmlns:a16="http://schemas.microsoft.com/office/drawing/2014/main" id="{F9CF98F2-AE93-6F6D-B5F5-C2F74E0787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65656" y="250521"/>
            <a:ext cx="4536910" cy="6328079"/>
          </a:xfrm>
          <a:prstGeom prst="rect">
            <a:avLst/>
          </a:prstGeom>
        </p:spPr>
      </p:pic>
      <p:sp>
        <p:nvSpPr>
          <p:cNvPr id="2" name="Rectangle 1">
            <a:extLst>
              <a:ext uri="{FF2B5EF4-FFF2-40B4-BE49-F238E27FC236}">
                <a16:creationId xmlns:a16="http://schemas.microsoft.com/office/drawing/2014/main" id="{FDD06AF2-2141-CEFD-4797-A6E50CC267FE}"/>
              </a:ext>
            </a:extLst>
          </p:cNvPr>
          <p:cNvSpPr/>
          <p:nvPr userDrawn="1"/>
        </p:nvSpPr>
        <p:spPr bwMode="gray">
          <a:xfrm>
            <a:off x="1" y="0"/>
            <a:ext cx="7224419" cy="6858000"/>
          </a:xfrm>
          <a:prstGeom prst="rect">
            <a:avLst/>
          </a:prstGeom>
          <a:solidFill>
            <a:schemeClr val="accent1"/>
          </a:solidFill>
          <a:ln w="1342"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3" name="LogoWhite-Dynamic" descr="{&quot;templafy&quot;:{&quot;id&quot;:&quot;21d8c5e3-7172-4674-88fd-9e6e958e3504&quot;}}">
            <a:extLst>
              <a:ext uri="{FF2B5EF4-FFF2-40B4-BE49-F238E27FC236}">
                <a16:creationId xmlns:a16="http://schemas.microsoft.com/office/drawing/2014/main" id="{0B97AABB-AB35-5D1E-370F-103F22E1157F}"/>
              </a:ext>
            </a:extLst>
          </p:cNvPr>
          <p:cNvSpPr>
            <a:spLocks/>
          </p:cNvSpPr>
          <p:nvPr userDrawn="1"/>
        </p:nvSpPr>
        <p:spPr bwMode="gray">
          <a:xfrm>
            <a:off x="287931" y="360000"/>
            <a:ext cx="4318875" cy="360000"/>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8" name="Classification-Dynamic" descr="{&quot;templafy&quot;:{&quot;id&quot;:&quot;3b5cb1c9-de0b-418e-a31f-852a0481f311&quot;}}">
            <a:extLst>
              <a:ext uri="{FF2B5EF4-FFF2-40B4-BE49-F238E27FC236}">
                <a16:creationId xmlns:a16="http://schemas.microsoft.com/office/drawing/2014/main" id="{F1333C1B-AD40-D53A-5A1E-EFB8C6390D49}"/>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pic>
        <p:nvPicPr>
          <p:cNvPr id="5" name="Picture 4">
            <a:extLst>
              <a:ext uri="{FF2B5EF4-FFF2-40B4-BE49-F238E27FC236}">
                <a16:creationId xmlns:a16="http://schemas.microsoft.com/office/drawing/2014/main" id="{F75B4DB5-6F82-52F7-7AD9-80874B011E33}"/>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flipH="1">
            <a:off x="4663607" y="1129553"/>
            <a:ext cx="6884669" cy="5728447"/>
          </a:xfrm>
          <a:prstGeom prst="rect">
            <a:avLst/>
          </a:prstGeom>
        </p:spPr>
      </p:pic>
      <p:sp>
        <p:nvSpPr>
          <p:cNvPr id="4" name="Title"/>
          <p:cNvSpPr>
            <a:spLocks noGrp="1"/>
          </p:cNvSpPr>
          <p:nvPr>
            <p:ph type="title" hasCustomPrompt="1"/>
          </p:nvPr>
        </p:nvSpPr>
        <p:spPr>
          <a:xfrm>
            <a:off x="287926" y="2706317"/>
            <a:ext cx="6631578" cy="997196"/>
          </a:xfrm>
        </p:spPr>
        <p:txBody>
          <a:bodyPr anchor="b" anchorCtr="0">
            <a:noAutofit/>
          </a:bodyPr>
          <a:lstStyle>
            <a:lvl1pPr>
              <a:lnSpc>
                <a:spcPct val="90000"/>
              </a:lnSpc>
              <a:defRPr sz="3599" b="0" i="0">
                <a:solidFill>
                  <a:schemeClr val="bg1"/>
                </a:solidFill>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599" kern="0" dirty="0" err="1">
              <a:ea typeface="72 Brand" pitchFamily="34" charset="-128"/>
              <a:cs typeface="72 Brand" pitchFamily="34" charset="-128"/>
            </a:endParaRPr>
          </a:p>
        </p:txBody>
      </p:sp>
    </p:spTree>
    <p:extLst>
      <p:ext uri="{BB962C8B-B14F-4D97-AF65-F5344CB8AC3E}">
        <p14:creationId xmlns:p14="http://schemas.microsoft.com/office/powerpoint/2010/main" val="2316797611"/>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reen cover with image in anvil shape">
    <p:bg>
      <p:bgPr>
        <a:solidFill>
          <a:srgbClr val="97DD40"/>
        </a:solidFill>
        <a:effectLst/>
      </p:bgPr>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CF15634C-E3A9-CDE6-5F8E-35B41DFE2B5D}"/>
              </a:ext>
            </a:extLst>
          </p:cNvPr>
          <p:cNvSpPr/>
          <p:nvPr userDrawn="1"/>
        </p:nvSpPr>
        <p:spPr bwMode="gray">
          <a:xfrm>
            <a:off x="0" y="0"/>
            <a:ext cx="12192000" cy="6858000"/>
          </a:xfrm>
          <a:prstGeom prst="rect">
            <a:avLst/>
          </a:prstGeom>
          <a:solidFill>
            <a:srgbClr val="97DD40"/>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287926" y="2706317"/>
            <a:ext cx="5528264" cy="997196"/>
          </a:xfrm>
        </p:spPr>
        <p:txBody>
          <a:bodyPr anchor="b" anchorCtr="0">
            <a:noAutofit/>
          </a:bodyPr>
          <a:lstStyle>
            <a:lvl1pPr>
              <a:lnSpc>
                <a:spcPct val="90000"/>
              </a:lnSpc>
              <a:defRPr sz="3599"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599" kern="0" dirty="0" err="1">
              <a:ea typeface="72 Brand" pitchFamily="34" charset="-128"/>
              <a:cs typeface="72 Brand"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6067916" y="2029240"/>
            <a:ext cx="5710200"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p:spPr>
        <p:txBody>
          <a:bodyPr anchor="ctr" anchorCtr="0"/>
          <a:lstStyle>
            <a:lvl1pPr algn="l">
              <a:defRPr>
                <a:solidFill>
                  <a:schemeClr val="tx1"/>
                </a:solidFill>
              </a:defRPr>
            </a:lvl1pPr>
          </a:lstStyle>
          <a:p>
            <a:r>
              <a:rPr lang="en-US"/>
              <a:t>         Click to add image</a:t>
            </a:r>
          </a:p>
        </p:txBody>
      </p:sp>
      <p:sp>
        <p:nvSpPr>
          <p:cNvPr id="4" name="Classification-Dynamic" descr="{&quot;templafy&quot;:{&quot;id&quot;:&quot;f460112c-3890-4def-b551-35643e3ce89f&quot;}}">
            <a:extLst>
              <a:ext uri="{FF2B5EF4-FFF2-40B4-BE49-F238E27FC236}">
                <a16:creationId xmlns:a16="http://schemas.microsoft.com/office/drawing/2014/main" id="{13EDB9F6-FBDA-8ED8-A84B-244CC53CFF99}"/>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
        <p:nvSpPr>
          <p:cNvPr id="3" name="LogoBlack-Dynamic" descr="{&quot;templafy&quot;:{&quot;id&quot;:&quot;406cee40-4a4f-4919-b22c-d15cd5f6c6d6&quot;}}">
            <a:extLst>
              <a:ext uri="{FF2B5EF4-FFF2-40B4-BE49-F238E27FC236}">
                <a16:creationId xmlns:a16="http://schemas.microsoft.com/office/drawing/2014/main" id="{9890E76A-908A-C687-D029-53FB8DB3A88D}"/>
              </a:ext>
            </a:extLst>
          </p:cNvPr>
          <p:cNvSpPr>
            <a:spLocks/>
          </p:cNvSpPr>
          <p:nvPr userDrawn="1"/>
        </p:nvSpPr>
        <p:spPr bwMode="gray">
          <a:xfrm>
            <a:off x="287931" y="360000"/>
            <a:ext cx="4318875" cy="360000"/>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3255633351"/>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6B4F408-95BC-730E-4114-45641ED46491}"/>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Title"/>
          <p:cNvSpPr>
            <a:spLocks noGrp="1"/>
          </p:cNvSpPr>
          <p:nvPr>
            <p:ph type="title" hasCustomPrompt="1"/>
          </p:nvPr>
        </p:nvSpPr>
        <p:spPr>
          <a:xfrm>
            <a:off x="287925" y="4024430"/>
            <a:ext cx="10896336" cy="997196"/>
          </a:xfrm>
        </p:spPr>
        <p:txBody>
          <a:bodyPr vert="horz" wrap="square" lIns="0" tIns="0" rIns="0" bIns="0" rtlCol="0">
            <a:noAutofit/>
          </a:bodyPr>
          <a:lstStyle>
            <a:lvl1pPr>
              <a:lnSpc>
                <a:spcPct val="90000"/>
              </a:lnSpc>
              <a:defRPr lang="de-DE" sz="3599" b="0" i="0" dirty="0">
                <a:latin typeface="72 Brand Medium" panose="020B0504030603020204" pitchFamily="34" charset="0"/>
                <a:ea typeface="+mn-ea"/>
                <a:cs typeface="+mn-cs"/>
              </a:defRPr>
            </a:lvl1pPr>
          </a:lstStyle>
          <a:p>
            <a:pPr lvl="0"/>
            <a:r>
              <a:rPr lang="en-US" dirty="0"/>
              <a:t>Title Goes Here</a:t>
            </a:r>
            <a:br>
              <a:rPr lang="en-US" dirty="0"/>
            </a:br>
            <a:r>
              <a:rPr lang="en-US" dirty="0"/>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2000" cy="3430800"/>
          </a:xfrm>
        </p:spPr>
        <p:txBody>
          <a:bodyPr anchor="ctr" anchorCtr="0"/>
          <a:lstStyle>
            <a:lvl1pPr marL="0" marR="0" indent="0" algn="ctr" defTabSz="1088231" rtl="0" eaLnBrk="1" fontAlgn="auto" latinLnBrk="0" hangingPunct="1">
              <a:lnSpc>
                <a:spcPct val="100000"/>
              </a:lnSpc>
              <a:spcBef>
                <a:spcPts val="1799"/>
              </a:spcBef>
              <a:spcAft>
                <a:spcPts val="0"/>
              </a:spcAft>
              <a:buClr>
                <a:schemeClr val="accent1"/>
              </a:buClr>
              <a:buSzPct val="80000"/>
              <a:buFontTx/>
              <a:buNone/>
              <a:tabLst/>
              <a:defRPr/>
            </a:lvl1pPr>
          </a:lstStyle>
          <a:p>
            <a:pPr marL="0" marR="0" lvl="0" indent="0" algn="ctr" defTabSz="1088231" rtl="0" eaLnBrk="1" fontAlgn="auto" latinLnBrk="0" hangingPunct="1">
              <a:lnSpc>
                <a:spcPct val="100000"/>
              </a:lnSpc>
              <a:spcBef>
                <a:spcPts val="1799"/>
              </a:spcBef>
              <a:spcAft>
                <a:spcPts val="0"/>
              </a:spcAft>
              <a:buClr>
                <a:schemeClr val="accent1"/>
              </a:buClr>
              <a:buSzPct val="80000"/>
              <a:buFontTx/>
              <a:buNone/>
              <a:tabLst/>
              <a:defRPr/>
            </a:pPr>
            <a:r>
              <a:rPr lang="en-US"/>
              <a:t>Click to insert picture</a:t>
            </a:r>
          </a:p>
        </p:txBody>
      </p:sp>
      <p:sp>
        <p:nvSpPr>
          <p:cNvPr id="6" name="LogoBlue-Dynamic" descr="{&quot;templafy&quot;:{&quot;id&quot;:&quot;6cc51aa3-7a20-461e-b527-e2920c55c4ad&quot;}}">
            <a:extLst>
              <a:ext uri="{FF2B5EF4-FFF2-40B4-BE49-F238E27FC236}">
                <a16:creationId xmlns:a16="http://schemas.microsoft.com/office/drawing/2014/main" id="{910E499D-8DEA-41A7-80A4-13BE1C7038A4}"/>
              </a:ext>
            </a:extLst>
          </p:cNvPr>
          <p:cNvSpPr>
            <a:spLocks/>
          </p:cNvSpPr>
          <p:nvPr userDrawn="1"/>
        </p:nvSpPr>
        <p:spPr bwMode="gray">
          <a:xfrm>
            <a:off x="287931" y="6218600"/>
            <a:ext cx="4318875" cy="360000"/>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9" name="Classification-Dynamic" descr="{&quot;templafy&quot;:{&quot;id&quot;:&quot;2895cc59-94fc-4bb2-ac27-e51012f0d7ca&quot;}}">
            <a:extLst>
              <a:ext uri="{FF2B5EF4-FFF2-40B4-BE49-F238E27FC236}">
                <a16:creationId xmlns:a16="http://schemas.microsoft.com/office/drawing/2014/main" id="{CE0C2033-6FDF-7DD6-E25C-C03296FDAD00}"/>
              </a:ext>
            </a:extLst>
          </p:cNvPr>
          <p:cNvSpPr txBox="1"/>
          <p:nvPr userDrawn="1"/>
        </p:nvSpPr>
        <p:spPr>
          <a:xfrm>
            <a:off x="282501" y="5724000"/>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9686523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505">
          <p15:clr>
            <a:srgbClr val="FBAE40"/>
          </p15:clr>
        </p15:guide>
        <p15:guide id="2" orient="horz" pos="4144">
          <p15:clr>
            <a:srgbClr val="FBAE40"/>
          </p15:clr>
        </p15:guide>
        <p15:guide id="3" orient="horz" pos="2162">
          <p15:clr>
            <a:srgbClr val="FBAE40"/>
          </p15:clr>
        </p15:guide>
        <p15:guide id="4" pos="181">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White cover with green anvil">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615A14AB-7A75-B899-CDA1-E311E201A837}"/>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Anvil" descr="preencoded.png">
            <a:extLst>
              <a:ext uri="{FF2B5EF4-FFF2-40B4-BE49-F238E27FC236}">
                <a16:creationId xmlns:a16="http://schemas.microsoft.com/office/drawing/2014/main" id="{CAD3135A-95A0-606F-5A25-35CF890B232D}"/>
              </a:ext>
            </a:extLst>
          </p:cNvPr>
          <p:cNvSpPr/>
          <p:nvPr/>
        </p:nvSpPr>
        <p:spPr>
          <a:xfrm>
            <a:off x="5071121" y="1275474"/>
            <a:ext cx="6067761" cy="2991727"/>
          </a:xfrm>
          <a:custGeom>
            <a:avLst/>
            <a:gdLst>
              <a:gd name="connsiteX0" fmla="*/ 0 w 6069341"/>
              <a:gd name="connsiteY0" fmla="*/ 0 h 2991727"/>
              <a:gd name="connsiteX1" fmla="*/ 0 w 6069341"/>
              <a:gd name="connsiteY1" fmla="*/ 2991727 h 2991727"/>
              <a:gd name="connsiteX2" fmla="*/ 3084421 w 6069341"/>
              <a:gd name="connsiteY2" fmla="*/ 2991727 h 2991727"/>
              <a:gd name="connsiteX3" fmla="*/ 6069341 w 6069341"/>
              <a:gd name="connsiteY3" fmla="*/ 0 h 2991727"/>
              <a:gd name="connsiteX4" fmla="*/ 0 w 6069341"/>
              <a:gd name="connsiteY4" fmla="*/ 0 h 2991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41" h="2991727">
                <a:moveTo>
                  <a:pt x="0" y="0"/>
                </a:moveTo>
                <a:lnTo>
                  <a:pt x="0" y="2991727"/>
                </a:lnTo>
                <a:lnTo>
                  <a:pt x="3084421" y="2991727"/>
                </a:lnTo>
                <a:lnTo>
                  <a:pt x="6069341" y="0"/>
                </a:lnTo>
                <a:lnTo>
                  <a:pt x="0" y="0"/>
                </a:lnTo>
                <a:close/>
              </a:path>
            </a:pathLst>
          </a:custGeom>
          <a:solidFill>
            <a:srgbClr val="97DD40"/>
          </a:solidFill>
          <a:ln w="7155" cap="flat">
            <a:noFill/>
            <a:prstDash val="solid"/>
            <a:miter/>
          </a:ln>
        </p:spPr>
        <p:txBody>
          <a:bodyPr rtlCol="0" anchor="ctr"/>
          <a:lstStyle/>
          <a:p>
            <a:endParaRPr lang="en-US" sz="1799" b="0" i="0" dirty="0">
              <a:latin typeface="72 Brand" panose="020B0504030603020204" pitchFamily="34" charset="0"/>
            </a:endParaRPr>
          </a:p>
        </p:txBody>
      </p:sp>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7925" y="2706317"/>
            <a:ext cx="6025170" cy="997196"/>
          </a:xfrm>
        </p:spPr>
        <p:txBody>
          <a:bodyPr>
            <a:noAutofit/>
          </a:bodyPr>
          <a:lstStyle>
            <a:lvl1pPr>
              <a:lnSpc>
                <a:spcPct val="90000"/>
              </a:lnSpc>
              <a:defRPr sz="3599"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599" kern="0" dirty="0" err="1">
              <a:ea typeface="72 Brand" pitchFamily="34" charset="-128"/>
              <a:cs typeface="72 Brand" pitchFamily="34" charset="-128"/>
            </a:endParaRPr>
          </a:p>
        </p:txBody>
      </p:sp>
      <p:sp>
        <p:nvSpPr>
          <p:cNvPr id="5" name="LogoBlue-Dynamic" descr="{&quot;templafy&quot;:{&quot;id&quot;:&quot;c418cb23-e3a3-4fe8-8bc5-2e98169550bf&quot;}}">
            <a:extLst>
              <a:ext uri="{FF2B5EF4-FFF2-40B4-BE49-F238E27FC236}">
                <a16:creationId xmlns:a16="http://schemas.microsoft.com/office/drawing/2014/main" id="{65992DD7-F456-F593-DE55-17D43CC1A2C0}"/>
              </a:ext>
            </a:extLst>
          </p:cNvPr>
          <p:cNvSpPr>
            <a:spLocks/>
          </p:cNvSpPr>
          <p:nvPr userDrawn="1"/>
        </p:nvSpPr>
        <p:spPr bwMode="gray">
          <a:xfrm>
            <a:off x="287931" y="360000"/>
            <a:ext cx="4318875" cy="360000"/>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11" name="Classification-Dynamic" descr="{&quot;templafy&quot;:{&quot;id&quot;:&quot;6c37b163-af3d-4617-8ec0-14cb09ad03b6&quot;}}">
            <a:extLst>
              <a:ext uri="{FF2B5EF4-FFF2-40B4-BE49-F238E27FC236}">
                <a16:creationId xmlns:a16="http://schemas.microsoft.com/office/drawing/2014/main" id="{62D91ACB-BD14-46CB-4B61-F4B072D877C0}"/>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13279166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Light blue cover with anvil">
    <p:bg>
      <p:bgRef idx="1001">
        <a:schemeClr val="bg1"/>
      </p:bgRef>
    </p:bg>
    <p:spTree>
      <p:nvGrpSpPr>
        <p:cNvPr id="1" name=""/>
        <p:cNvGrpSpPr/>
        <p:nvPr/>
      </p:nvGrpSpPr>
      <p:grpSpPr>
        <a:xfrm>
          <a:off x="0" y="0"/>
          <a:ext cx="0" cy="0"/>
          <a:chOff x="0" y="0"/>
          <a:chExt cx="0" cy="0"/>
        </a:xfrm>
      </p:grpSpPr>
      <p:sp>
        <p:nvSpPr>
          <p:cNvPr id="14" name="Background">
            <a:extLst>
              <a:ext uri="{FF2B5EF4-FFF2-40B4-BE49-F238E27FC236}">
                <a16:creationId xmlns:a16="http://schemas.microsoft.com/office/drawing/2014/main" id="{581FAEF7-1ACD-83AC-7B42-761E6A30387F}"/>
              </a:ext>
            </a:extLst>
          </p:cNvPr>
          <p:cNvSpPr/>
          <p:nvPr userDrawn="1"/>
        </p:nvSpPr>
        <p:spPr bwMode="gray">
          <a:xfrm>
            <a:off x="0" y="0"/>
            <a:ext cx="12192000" cy="6858000"/>
          </a:xfrm>
          <a:prstGeom prst="rect">
            <a:avLst/>
          </a:prstGeom>
          <a:solidFill>
            <a:srgbClr val="A6E0FF">
              <a:alpha val="42715"/>
            </a:srgbClr>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2" name="Anvil" descr="preencoded.png">
            <a:extLst>
              <a:ext uri="{FF2B5EF4-FFF2-40B4-BE49-F238E27FC236}">
                <a16:creationId xmlns:a16="http://schemas.microsoft.com/office/drawing/2014/main" id="{94093846-CC07-3993-CA62-86004F1C03F9}"/>
              </a:ext>
            </a:extLst>
          </p:cNvPr>
          <p:cNvSpPr/>
          <p:nvPr/>
        </p:nvSpPr>
        <p:spPr>
          <a:xfrm>
            <a:off x="2289270" y="1275474"/>
            <a:ext cx="8849612" cy="4363327"/>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A6E0FF"/>
          </a:solidFill>
          <a:ln w="15238" cap="flat">
            <a:noFill/>
            <a:prstDash val="solid"/>
            <a:miter/>
          </a:ln>
        </p:spPr>
        <p:txBody>
          <a:bodyPr rtlCol="0" anchor="ctr"/>
          <a:lstStyle/>
          <a:p>
            <a:endParaRPr lang="en-US" sz="1799" b="0" i="0" dirty="0">
              <a:latin typeface="72 Brand" panose="020B0504030603020204" pitchFamily="34" charset="0"/>
            </a:endParaRPr>
          </a:p>
        </p:txBody>
      </p:sp>
      <p:sp>
        <p:nvSpPr>
          <p:cNvPr id="8" name="Title">
            <a:extLst>
              <a:ext uri="{FF2B5EF4-FFF2-40B4-BE49-F238E27FC236}">
                <a16:creationId xmlns:a16="http://schemas.microsoft.com/office/drawing/2014/main" id="{1098B98B-8FDE-5B19-2FC7-97058A6B53FD}"/>
              </a:ext>
            </a:extLst>
          </p:cNvPr>
          <p:cNvSpPr>
            <a:spLocks noGrp="1"/>
          </p:cNvSpPr>
          <p:nvPr>
            <p:ph type="title" hasCustomPrompt="1"/>
          </p:nvPr>
        </p:nvSpPr>
        <p:spPr>
          <a:xfrm>
            <a:off x="287925" y="2706317"/>
            <a:ext cx="5928376" cy="997196"/>
          </a:xfrm>
        </p:spPr>
        <p:txBody>
          <a:bodyPr>
            <a:noAutofit/>
          </a:bodyPr>
          <a:lstStyle>
            <a:lvl1pPr>
              <a:lnSpc>
                <a:spcPct val="90000"/>
              </a:lnSpc>
              <a:defRPr sz="3599"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599" kern="0" dirty="0" err="1">
              <a:ea typeface="72 Brand" pitchFamily="34" charset="-128"/>
              <a:cs typeface="72 Brand" pitchFamily="34" charset="-128"/>
            </a:endParaRPr>
          </a:p>
        </p:txBody>
      </p:sp>
      <p:sp>
        <p:nvSpPr>
          <p:cNvPr id="4" name="LogoBlack-Dynamic" descr="{&quot;templafy&quot;:{&quot;id&quot;:&quot;fcd53d35-1e47-46ba-a370-700460418821&quot;}}">
            <a:extLst>
              <a:ext uri="{FF2B5EF4-FFF2-40B4-BE49-F238E27FC236}">
                <a16:creationId xmlns:a16="http://schemas.microsoft.com/office/drawing/2014/main" id="{2637A33E-C6A7-7C2A-3068-C4A803D3573D}"/>
              </a:ext>
            </a:extLst>
          </p:cNvPr>
          <p:cNvSpPr>
            <a:spLocks/>
          </p:cNvSpPr>
          <p:nvPr userDrawn="1"/>
        </p:nvSpPr>
        <p:spPr bwMode="gray">
          <a:xfrm>
            <a:off x="287931" y="360000"/>
            <a:ext cx="4318875" cy="360000"/>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edca94ea-71c5-4c5e-acaa-a9f7347806c4&quot;}}">
            <a:extLst>
              <a:ext uri="{FF2B5EF4-FFF2-40B4-BE49-F238E27FC236}">
                <a16:creationId xmlns:a16="http://schemas.microsoft.com/office/drawing/2014/main" id="{D417CEF6-1FCD-75B6-FA13-C583ECCE7BE5}"/>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8103691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5F3BB899-74C3-EBF7-C191-EC2863B8F536}"/>
              </a:ext>
            </a:extLst>
          </p:cNvPr>
          <p:cNvSpPr/>
          <p:nvPr/>
        </p:nvSpPr>
        <p:spPr>
          <a:xfrm>
            <a:off x="0" y="0"/>
            <a:ext cx="12192000"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1B90FF"/>
          </a:solidFill>
          <a:ln w="11289" cap="flat">
            <a:noFill/>
            <a:prstDash val="solid"/>
            <a:miter/>
          </a:ln>
        </p:spPr>
        <p:txBody>
          <a:bodyPr rtlCol="0" anchor="ctr"/>
          <a:lstStyle/>
          <a:p>
            <a:endParaRPr lang="en-US" sz="1799" b="0" i="0" dirty="0">
              <a:latin typeface="72 Brand" panose="020B0504030603020204" pitchFamily="34" charset="0"/>
            </a:endParaRPr>
          </a:p>
        </p:txBody>
      </p:sp>
      <p:sp>
        <p:nvSpPr>
          <p:cNvPr id="8" name="Anvil" descr="preencoded.png">
            <a:extLst>
              <a:ext uri="{FF2B5EF4-FFF2-40B4-BE49-F238E27FC236}">
                <a16:creationId xmlns:a16="http://schemas.microsoft.com/office/drawing/2014/main" id="{39A9B643-3B5A-F0D7-C3BF-3A81DE80FEB6}"/>
              </a:ext>
            </a:extLst>
          </p:cNvPr>
          <p:cNvSpPr/>
          <p:nvPr/>
        </p:nvSpPr>
        <p:spPr>
          <a:xfrm>
            <a:off x="287264" y="935666"/>
            <a:ext cx="6760288" cy="3333180"/>
          </a:xfrm>
          <a:custGeom>
            <a:avLst/>
            <a:gdLst>
              <a:gd name="connsiteX0" fmla="*/ 0 w 6762048"/>
              <a:gd name="connsiteY0" fmla="*/ 0 h 3333180"/>
              <a:gd name="connsiteX1" fmla="*/ 0 w 6762048"/>
              <a:gd name="connsiteY1" fmla="*/ 3333180 h 3333180"/>
              <a:gd name="connsiteX2" fmla="*/ 3436452 w 6762048"/>
              <a:gd name="connsiteY2" fmla="*/ 3333180 h 3333180"/>
              <a:gd name="connsiteX3" fmla="*/ 6762048 w 6762048"/>
              <a:gd name="connsiteY3" fmla="*/ 0 h 3333180"/>
              <a:gd name="connsiteX4" fmla="*/ 0 w 6762048"/>
              <a:gd name="connsiteY4" fmla="*/ 0 h 333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2048" h="3333180">
                <a:moveTo>
                  <a:pt x="0" y="0"/>
                </a:moveTo>
                <a:lnTo>
                  <a:pt x="0" y="3333180"/>
                </a:lnTo>
                <a:lnTo>
                  <a:pt x="3436452" y="3333180"/>
                </a:lnTo>
                <a:lnTo>
                  <a:pt x="6762048" y="0"/>
                </a:lnTo>
                <a:lnTo>
                  <a:pt x="0" y="0"/>
                </a:lnTo>
                <a:close/>
              </a:path>
            </a:pathLst>
          </a:custGeom>
          <a:solidFill>
            <a:srgbClr val="002A86"/>
          </a:solidFill>
          <a:ln w="9264" cap="flat">
            <a:noFill/>
            <a:prstDash val="solid"/>
            <a:miter/>
          </a:ln>
        </p:spPr>
        <p:txBody>
          <a:bodyPr rtlCol="0" anchor="ctr"/>
          <a:lstStyle/>
          <a:p>
            <a:endParaRPr lang="en-US" sz="1799" b="0" i="0" dirty="0">
              <a:latin typeface="72 Brand" panose="020B0504030603020204" pitchFamily="34" charset="0"/>
            </a:endParaRPr>
          </a:p>
        </p:txBody>
      </p:sp>
      <p:sp>
        <p:nvSpPr>
          <p:cNvPr id="4" name="Title">
            <a:extLst>
              <a:ext uri="{FF2B5EF4-FFF2-40B4-BE49-F238E27FC236}">
                <a16:creationId xmlns:a16="http://schemas.microsoft.com/office/drawing/2014/main" id="{709C0759-3773-C728-D6A6-855D822107FE}"/>
              </a:ext>
            </a:extLst>
          </p:cNvPr>
          <p:cNvSpPr>
            <a:spLocks noGrp="1"/>
          </p:cNvSpPr>
          <p:nvPr>
            <p:ph type="title" hasCustomPrompt="1"/>
          </p:nvPr>
        </p:nvSpPr>
        <p:spPr>
          <a:xfrm>
            <a:off x="287925" y="2706317"/>
            <a:ext cx="6874803" cy="997196"/>
          </a:xfrm>
        </p:spPr>
        <p:txBody>
          <a:bodyPr>
            <a:noAutofit/>
          </a:bodyPr>
          <a:lstStyle>
            <a:lvl1pPr>
              <a:lnSpc>
                <a:spcPct val="90000"/>
              </a:lnSpc>
              <a:defRPr sz="3599" b="0" i="0">
                <a:solidFill>
                  <a:schemeClr val="bg1"/>
                </a:solidFill>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599" kern="0" dirty="0" err="1">
              <a:ea typeface="72 Brand" pitchFamily="34" charset="-128"/>
              <a:cs typeface="72 Brand" pitchFamily="34" charset="-128"/>
            </a:endParaRPr>
          </a:p>
        </p:txBody>
      </p:sp>
      <p:sp>
        <p:nvSpPr>
          <p:cNvPr id="2" name="LogoWhite-Dynamic" descr="{&quot;templafy&quot;:{&quot;id&quot;:&quot;328b75b5-e553-44ae-8368-2a6e0dd4556f&quot;}}">
            <a:extLst>
              <a:ext uri="{FF2B5EF4-FFF2-40B4-BE49-F238E27FC236}">
                <a16:creationId xmlns:a16="http://schemas.microsoft.com/office/drawing/2014/main" id="{1B2BA827-5E2B-B410-D729-E5CB1E58EDA4}"/>
              </a:ext>
            </a:extLst>
          </p:cNvPr>
          <p:cNvSpPr>
            <a:spLocks/>
          </p:cNvSpPr>
          <p:nvPr userDrawn="1"/>
        </p:nvSpPr>
        <p:spPr bwMode="gray">
          <a:xfrm>
            <a:off x="287931" y="360000"/>
            <a:ext cx="4318875" cy="360000"/>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d50ab099-6429-4c7c-b618-b1e4de66b83c&quot;}}">
            <a:extLst>
              <a:ext uri="{FF2B5EF4-FFF2-40B4-BE49-F238E27FC236}">
                <a16:creationId xmlns:a16="http://schemas.microsoft.com/office/drawing/2014/main" id="{D67AB148-356D-F356-4E6C-9664D9EB9DF3}"/>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33765022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eal cover with anvil ">
    <p:bg>
      <p:bgRef idx="1001">
        <a:schemeClr val="bg1"/>
      </p:bgRef>
    </p:bg>
    <p:spTree>
      <p:nvGrpSpPr>
        <p:cNvPr id="1" name=""/>
        <p:cNvGrpSpPr/>
        <p:nvPr/>
      </p:nvGrpSpPr>
      <p:grpSpPr>
        <a:xfrm>
          <a:off x="0" y="0"/>
          <a:ext cx="0" cy="0"/>
          <a:chOff x="0" y="0"/>
          <a:chExt cx="0" cy="0"/>
        </a:xfrm>
      </p:grpSpPr>
      <p:sp>
        <p:nvSpPr>
          <p:cNvPr id="5" name="Background" descr="preencoded.png">
            <a:extLst>
              <a:ext uri="{FF2B5EF4-FFF2-40B4-BE49-F238E27FC236}">
                <a16:creationId xmlns:a16="http://schemas.microsoft.com/office/drawing/2014/main" id="{5F3BB899-74C3-EBF7-C191-EC2863B8F536}"/>
              </a:ext>
            </a:extLst>
          </p:cNvPr>
          <p:cNvSpPr/>
          <p:nvPr/>
        </p:nvSpPr>
        <p:spPr>
          <a:xfrm>
            <a:off x="0" y="0"/>
            <a:ext cx="12192000"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00CEAC"/>
          </a:solidFill>
          <a:ln w="11289" cap="flat">
            <a:noFill/>
            <a:prstDash val="solid"/>
            <a:miter/>
          </a:ln>
        </p:spPr>
        <p:txBody>
          <a:bodyPr rtlCol="0" anchor="ctr"/>
          <a:lstStyle/>
          <a:p>
            <a:endParaRPr lang="en-US" sz="1799" b="0" i="0" dirty="0">
              <a:latin typeface="72 Brand" panose="020B0504030603020204" pitchFamily="34" charset="0"/>
            </a:endParaRPr>
          </a:p>
        </p:txBody>
      </p:sp>
      <p:sp>
        <p:nvSpPr>
          <p:cNvPr id="6" name="Anvil" descr="preencoded.png">
            <a:extLst>
              <a:ext uri="{FF2B5EF4-FFF2-40B4-BE49-F238E27FC236}">
                <a16:creationId xmlns:a16="http://schemas.microsoft.com/office/drawing/2014/main" id="{F36DF1A0-33EF-D4BF-029F-2435A3EF8C01}"/>
              </a:ext>
            </a:extLst>
          </p:cNvPr>
          <p:cNvSpPr/>
          <p:nvPr/>
        </p:nvSpPr>
        <p:spPr>
          <a:xfrm>
            <a:off x="870207" y="989322"/>
            <a:ext cx="9185575" cy="4528975"/>
          </a:xfrm>
          <a:custGeom>
            <a:avLst/>
            <a:gdLst>
              <a:gd name="connsiteX0" fmla="*/ 0 w 9187967"/>
              <a:gd name="connsiteY0" fmla="*/ 0 h 4528975"/>
              <a:gd name="connsiteX1" fmla="*/ 0 w 9187967"/>
              <a:gd name="connsiteY1" fmla="*/ 4528975 h 4528975"/>
              <a:gd name="connsiteX2" fmla="*/ 4669297 w 9187967"/>
              <a:gd name="connsiteY2" fmla="*/ 4528975 h 4528975"/>
              <a:gd name="connsiteX3" fmla="*/ 9187967 w 9187967"/>
              <a:gd name="connsiteY3" fmla="*/ 0 h 4528975"/>
              <a:gd name="connsiteX4" fmla="*/ 0 w 9187967"/>
              <a:gd name="connsiteY4" fmla="*/ 0 h 4528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7967" h="4528975">
                <a:moveTo>
                  <a:pt x="0" y="0"/>
                </a:moveTo>
                <a:lnTo>
                  <a:pt x="0" y="4528975"/>
                </a:lnTo>
                <a:lnTo>
                  <a:pt x="4669297" y="4528975"/>
                </a:lnTo>
                <a:lnTo>
                  <a:pt x="9187967" y="0"/>
                </a:lnTo>
                <a:lnTo>
                  <a:pt x="0" y="0"/>
                </a:lnTo>
                <a:close/>
              </a:path>
            </a:pathLst>
          </a:custGeom>
          <a:solidFill>
            <a:srgbClr val="63EDD4"/>
          </a:solidFill>
          <a:ln w="12596" cap="flat">
            <a:noFill/>
            <a:prstDash val="solid"/>
            <a:miter/>
          </a:ln>
        </p:spPr>
        <p:txBody>
          <a:bodyPr rtlCol="0" anchor="ctr"/>
          <a:lstStyle/>
          <a:p>
            <a:endParaRPr lang="en-US" sz="1799" b="0" i="0" dirty="0">
              <a:latin typeface="72 Brand" panose="020B0504030603020204" pitchFamily="34" charset="0"/>
            </a:endParaRPr>
          </a:p>
        </p:txBody>
      </p:sp>
      <p:sp>
        <p:nvSpPr>
          <p:cNvPr id="9" name="Title">
            <a:extLst>
              <a:ext uri="{FF2B5EF4-FFF2-40B4-BE49-F238E27FC236}">
                <a16:creationId xmlns:a16="http://schemas.microsoft.com/office/drawing/2014/main" id="{5515F5CA-E76C-CC3B-68A7-37E88873AB4B}"/>
              </a:ext>
            </a:extLst>
          </p:cNvPr>
          <p:cNvSpPr>
            <a:spLocks noGrp="1"/>
          </p:cNvSpPr>
          <p:nvPr>
            <p:ph type="title" hasCustomPrompt="1"/>
          </p:nvPr>
        </p:nvSpPr>
        <p:spPr>
          <a:xfrm>
            <a:off x="287925" y="2706317"/>
            <a:ext cx="5928376" cy="997196"/>
          </a:xfrm>
        </p:spPr>
        <p:txBody>
          <a:bodyPr>
            <a:noAutofit/>
          </a:bodyPr>
          <a:lstStyle>
            <a:lvl1pPr>
              <a:lnSpc>
                <a:spcPct val="90000"/>
              </a:lnSpc>
              <a:defRPr sz="3599"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599" kern="0" dirty="0" err="1">
              <a:ea typeface="72 Brand" pitchFamily="34" charset="-128"/>
              <a:cs typeface="72 Brand" pitchFamily="34" charset="-128"/>
            </a:endParaRPr>
          </a:p>
        </p:txBody>
      </p:sp>
      <p:sp>
        <p:nvSpPr>
          <p:cNvPr id="2" name="LogoBlack-Dynamic" descr="{&quot;templafy&quot;:{&quot;id&quot;:&quot;9a215b39-7ec8-4530-8378-a5d078c49977&quot;}}">
            <a:extLst>
              <a:ext uri="{FF2B5EF4-FFF2-40B4-BE49-F238E27FC236}">
                <a16:creationId xmlns:a16="http://schemas.microsoft.com/office/drawing/2014/main" id="{6F517C48-28CD-5089-ED8A-57BF0CC2794C}"/>
              </a:ext>
            </a:extLst>
          </p:cNvPr>
          <p:cNvSpPr>
            <a:spLocks/>
          </p:cNvSpPr>
          <p:nvPr userDrawn="1"/>
        </p:nvSpPr>
        <p:spPr bwMode="gray">
          <a:xfrm>
            <a:off x="287931" y="360000"/>
            <a:ext cx="4318875" cy="360000"/>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a4d61cc9-33a1-430d-bc0a-b0a81acea3ea&quot;}}">
            <a:extLst>
              <a:ext uri="{FF2B5EF4-FFF2-40B4-BE49-F238E27FC236}">
                <a16:creationId xmlns:a16="http://schemas.microsoft.com/office/drawing/2014/main" id="{BBFBBDC3-D031-6041-465D-9F7147F423CF}"/>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14281268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With cover with image">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83FFCA81-9D1B-7BE9-9F97-BEDB3E67519A}"/>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Picture Placeholder 5">
            <a:extLst>
              <a:ext uri="{FF2B5EF4-FFF2-40B4-BE49-F238E27FC236}">
                <a16:creationId xmlns:a16="http://schemas.microsoft.com/office/drawing/2014/main" id="{28860E7D-5DEB-5F1B-5AAF-4C41BD1A7778}"/>
              </a:ext>
            </a:extLst>
          </p:cNvPr>
          <p:cNvSpPr>
            <a:spLocks noGrp="1"/>
          </p:cNvSpPr>
          <p:nvPr>
            <p:ph type="pic" sz="quarter" idx="15" hasCustomPrompt="1"/>
          </p:nvPr>
        </p:nvSpPr>
        <p:spPr>
          <a:xfrm>
            <a:off x="6107110" y="0"/>
            <a:ext cx="6084890" cy="6858000"/>
          </a:xfrm>
        </p:spPr>
        <p:txBody>
          <a:bodyPr anchor="ctr" anchorCtr="0"/>
          <a:lstStyle>
            <a:lvl1pPr algn="ctr">
              <a:defRPr/>
            </a:lvl1pPr>
          </a:lstStyle>
          <a:p>
            <a:r>
              <a:rPr lang="en-US"/>
              <a:t>Click to insert picture</a:t>
            </a:r>
          </a:p>
        </p:txBody>
      </p:sp>
      <p:pic>
        <p:nvPicPr>
          <p:cNvPr id="28936725" name="Acquired Company Logo Placeholder" descr="{&quot;templafy&quot;:{&quot;id&quot;:&quot;e24a6e43-600a-4c6b-89de-bcf3787a4fa8&quot;}}"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2501" y="2141327"/>
            <a:ext cx="4124850" cy="266010"/>
          </a:xfrm>
          <a:prstGeom prst="rect">
            <a:avLst/>
          </a:prstGeom>
        </p:spPr>
      </p:pic>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7925" y="2706317"/>
            <a:ext cx="6025170" cy="997196"/>
          </a:xfrm>
        </p:spPr>
        <p:txBody>
          <a:bodyPr>
            <a:noAutofit/>
          </a:bodyPr>
          <a:lstStyle>
            <a:lvl1pPr>
              <a:lnSpc>
                <a:spcPct val="90000"/>
              </a:lnSpc>
              <a:defRPr sz="3599"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599" kern="0" dirty="0" err="1">
              <a:ea typeface="72 Brand" pitchFamily="34" charset="-128"/>
              <a:cs typeface="72 Brand" pitchFamily="34" charset="-128"/>
            </a:endParaRPr>
          </a:p>
        </p:txBody>
      </p:sp>
      <p:sp>
        <p:nvSpPr>
          <p:cNvPr id="5" name="LogoBlue-Dynamic" descr="{&quot;templafy&quot;:{&quot;id&quot;:&quot;e9969ac6-c9cf-4354-9040-518e47939400&quot;}}">
            <a:extLst>
              <a:ext uri="{FF2B5EF4-FFF2-40B4-BE49-F238E27FC236}">
                <a16:creationId xmlns:a16="http://schemas.microsoft.com/office/drawing/2014/main" id="{D1190656-DEBD-FEA9-516B-DD318272D18E}"/>
              </a:ext>
            </a:extLst>
          </p:cNvPr>
          <p:cNvSpPr>
            <a:spLocks/>
          </p:cNvSpPr>
          <p:nvPr userDrawn="1"/>
        </p:nvSpPr>
        <p:spPr bwMode="gray">
          <a:xfrm>
            <a:off x="287931" y="360000"/>
            <a:ext cx="4318875" cy="360000"/>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0bcc7d55-f63e-4c19-9dc2-38f6566d7271&quot;}}">
            <a:extLst>
              <a:ext uri="{FF2B5EF4-FFF2-40B4-BE49-F238E27FC236}">
                <a16:creationId xmlns:a16="http://schemas.microsoft.com/office/drawing/2014/main" id="{4A078429-99DD-7555-B0F4-FEF46FD297B0}"/>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9877850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and image">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9DE307C8-D1C3-00E2-C5B0-2A7EBB981384}"/>
              </a:ext>
            </a:extLst>
          </p:cNvPr>
          <p:cNvSpPr/>
          <p:nvPr/>
        </p:nvSpPr>
        <p:spPr>
          <a:xfrm>
            <a:off x="0" y="1"/>
            <a:ext cx="12192000" cy="6861495"/>
          </a:xfrm>
          <a:custGeom>
            <a:avLst/>
            <a:gdLst>
              <a:gd name="connsiteX0" fmla="*/ 0 w 12195175"/>
              <a:gd name="connsiteY0" fmla="*/ 0 h 6861495"/>
              <a:gd name="connsiteX1" fmla="*/ 12195175 w 12195175"/>
              <a:gd name="connsiteY1" fmla="*/ 0 h 6861495"/>
              <a:gd name="connsiteX2" fmla="*/ 12195175 w 12195175"/>
              <a:gd name="connsiteY2" fmla="*/ 6861496 h 6861495"/>
              <a:gd name="connsiteX3" fmla="*/ 0 w 12195175"/>
              <a:gd name="connsiteY3" fmla="*/ 6861496 h 6861495"/>
            </a:gdLst>
            <a:ahLst/>
            <a:cxnLst>
              <a:cxn ang="0">
                <a:pos x="connsiteX0" y="connsiteY0"/>
              </a:cxn>
              <a:cxn ang="0">
                <a:pos x="connsiteX1" y="connsiteY1"/>
              </a:cxn>
              <a:cxn ang="0">
                <a:pos x="connsiteX2" y="connsiteY2"/>
              </a:cxn>
              <a:cxn ang="0">
                <a:pos x="connsiteX3" y="connsiteY3"/>
              </a:cxn>
            </a:cxnLst>
            <a:rect l="l" t="t" r="r" b="b"/>
            <a:pathLst>
              <a:path w="12195175" h="6861495">
                <a:moveTo>
                  <a:pt x="0" y="0"/>
                </a:moveTo>
                <a:lnTo>
                  <a:pt x="12195175" y="0"/>
                </a:lnTo>
                <a:lnTo>
                  <a:pt x="12195175" y="6861496"/>
                </a:lnTo>
                <a:lnTo>
                  <a:pt x="0" y="6861496"/>
                </a:lnTo>
                <a:close/>
              </a:path>
            </a:pathLst>
          </a:custGeom>
          <a:solidFill>
            <a:srgbClr val="0057D2"/>
          </a:solidFill>
          <a:ln w="10160" cap="flat">
            <a:noFill/>
            <a:prstDash val="solid"/>
            <a:miter/>
          </a:ln>
        </p:spPr>
        <p:txBody>
          <a:bodyPr rtlCol="0" anchor="ctr"/>
          <a:lstStyle/>
          <a:p>
            <a:endParaRPr lang="en-US" sz="1799" b="0" i="0" dirty="0">
              <a:latin typeface="72 Brand" panose="020B0504030603020204" pitchFamily="34" charset="0"/>
            </a:endParaRPr>
          </a:p>
        </p:txBody>
      </p:sp>
      <p:sp>
        <p:nvSpPr>
          <p:cNvPr id="6" name="Anvil" descr="preencoded.png">
            <a:extLst>
              <a:ext uri="{FF2B5EF4-FFF2-40B4-BE49-F238E27FC236}">
                <a16:creationId xmlns:a16="http://schemas.microsoft.com/office/drawing/2014/main" id="{6C575B3E-49FD-8450-F2CB-84C6E7A1153D}"/>
              </a:ext>
            </a:extLst>
          </p:cNvPr>
          <p:cNvSpPr/>
          <p:nvPr/>
        </p:nvSpPr>
        <p:spPr>
          <a:xfrm>
            <a:off x="752159" y="1156532"/>
            <a:ext cx="5612260" cy="2756252"/>
          </a:xfrm>
          <a:custGeom>
            <a:avLst/>
            <a:gdLst>
              <a:gd name="connsiteX0" fmla="*/ 0 w 5613722"/>
              <a:gd name="connsiteY0" fmla="*/ 0 h 2756252"/>
              <a:gd name="connsiteX1" fmla="*/ 0 w 5613722"/>
              <a:gd name="connsiteY1" fmla="*/ 2756252 h 2756252"/>
              <a:gd name="connsiteX2" fmla="*/ 2852875 w 5613722"/>
              <a:gd name="connsiteY2" fmla="*/ 2756252 h 2756252"/>
              <a:gd name="connsiteX3" fmla="*/ 5613722 w 5613722"/>
              <a:gd name="connsiteY3" fmla="*/ 0 h 2756252"/>
              <a:gd name="connsiteX4" fmla="*/ 0 w 5613722"/>
              <a:gd name="connsiteY4" fmla="*/ 0 h 275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722" h="2756252">
                <a:moveTo>
                  <a:pt x="0" y="0"/>
                </a:moveTo>
                <a:lnTo>
                  <a:pt x="0" y="2756252"/>
                </a:lnTo>
                <a:lnTo>
                  <a:pt x="2852875" y="2756252"/>
                </a:lnTo>
                <a:lnTo>
                  <a:pt x="5613722" y="0"/>
                </a:lnTo>
                <a:lnTo>
                  <a:pt x="0" y="0"/>
                </a:lnTo>
                <a:close/>
              </a:path>
            </a:pathLst>
          </a:custGeom>
          <a:solidFill>
            <a:srgbClr val="1B90FF"/>
          </a:solidFill>
          <a:ln w="9273" cap="flat">
            <a:noFill/>
            <a:prstDash val="solid"/>
            <a:miter/>
          </a:ln>
        </p:spPr>
        <p:txBody>
          <a:bodyPr rtlCol="0" anchor="ctr"/>
          <a:lstStyle/>
          <a:p>
            <a:endParaRPr lang="en-US" sz="1799" b="0" i="0" dirty="0">
              <a:latin typeface="72 Brand" panose="020B0504030603020204" pitchFamily="34" charset="0"/>
            </a:endParaRPr>
          </a:p>
        </p:txBody>
      </p:sp>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34022" y="0"/>
            <a:ext cx="4357979" cy="6858000"/>
          </a:xfrm>
        </p:spPr>
        <p:txBody>
          <a:bodyPr anchor="ctr" anchorCtr="0"/>
          <a:lstStyle>
            <a:lvl1pPr algn="ctr">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287263" y="2206502"/>
            <a:ext cx="5528264" cy="997196"/>
          </a:xfrm>
        </p:spPr>
        <p:txBody>
          <a:bodyPr>
            <a:noAutofit/>
          </a:bodyPr>
          <a:lstStyle>
            <a:lvl1pPr>
              <a:lnSpc>
                <a:spcPct val="90000"/>
              </a:lnSpc>
              <a:defRPr sz="3599"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599" kern="0" dirty="0" err="1">
              <a:ea typeface="72 Brand" pitchFamily="34" charset="-128"/>
              <a:cs typeface="72 Brand" pitchFamily="34" charset="-128"/>
            </a:endParaRPr>
          </a:p>
        </p:txBody>
      </p:sp>
      <p:sp>
        <p:nvSpPr>
          <p:cNvPr id="3" name="LogoWhite-Dynamic" descr="{&quot;templafy&quot;:{&quot;id&quot;:&quot;fc0d501f-edcd-49de-8cdf-b8e9b8d35cc8&quot;}}">
            <a:extLst>
              <a:ext uri="{FF2B5EF4-FFF2-40B4-BE49-F238E27FC236}">
                <a16:creationId xmlns:a16="http://schemas.microsoft.com/office/drawing/2014/main" id="{DAF77494-7969-7420-F0E8-876B83E39BD5}"/>
              </a:ext>
            </a:extLst>
          </p:cNvPr>
          <p:cNvSpPr>
            <a:spLocks/>
          </p:cNvSpPr>
          <p:nvPr userDrawn="1"/>
        </p:nvSpPr>
        <p:spPr bwMode="gray">
          <a:xfrm>
            <a:off x="287931" y="360000"/>
            <a:ext cx="4318875" cy="360000"/>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5" name="Classification-Dynamic" descr="{&quot;templafy&quot;:{&quot;id&quot;:&quot;54e70fc8-6e52-4114-ab14-51a417f5b658&quot;}}">
            <a:extLst>
              <a:ext uri="{FF2B5EF4-FFF2-40B4-BE49-F238E27FC236}">
                <a16:creationId xmlns:a16="http://schemas.microsoft.com/office/drawing/2014/main" id="{7A6CB977-D711-D436-9DC2-AAFCC56F9CAA}"/>
              </a:ext>
            </a:extLst>
          </p:cNvPr>
          <p:cNvSpPr txBox="1"/>
          <p:nvPr userDrawn="1"/>
        </p:nvSpPr>
        <p:spPr>
          <a:xfrm>
            <a:off x="440286"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7128907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385">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3869" y="505381"/>
            <a:ext cx="11183564" cy="369332"/>
          </a:xfrm>
        </p:spPr>
        <p:txBody>
          <a:bodyPr/>
          <a:lstStyle>
            <a:lvl1pPr>
              <a:defRPr b="0" i="0">
                <a:latin typeface="72 Brand Medium" panose="020B0504030603020204" pitchFamily="34" charset="0"/>
              </a:defRPr>
            </a:lvl1pPr>
          </a:lstStyle>
          <a:p>
            <a:r>
              <a:rPr lang="en-US" dirty="0"/>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3869" y="1548000"/>
            <a:ext cx="11183565" cy="4787900"/>
          </a:xfrm>
        </p:spPr>
        <p:txBody>
          <a:bodyPr/>
          <a:lstStyle>
            <a:lvl1pPr>
              <a:defRPr/>
            </a:lvl1pPr>
          </a:lstStyle>
          <a:p>
            <a:pPr lvl="0"/>
            <a:r>
              <a:rPr lang="en-US" dirty="0"/>
              <a:t>Agenda Item/Divider Headline</a:t>
            </a:r>
          </a:p>
          <a:p>
            <a:pPr lvl="1"/>
            <a:r>
              <a:rPr lang="en-US" dirty="0"/>
              <a:t>Details</a:t>
            </a:r>
          </a:p>
        </p:txBody>
      </p:sp>
    </p:spTree>
    <p:extLst>
      <p:ext uri="{BB962C8B-B14F-4D97-AF65-F5344CB8AC3E}">
        <p14:creationId xmlns:p14="http://schemas.microsoft.com/office/powerpoint/2010/main" val="1574507780"/>
      </p:ext>
    </p:extLst>
  </p:cSld>
  <p:clrMapOvr>
    <a:masterClrMapping/>
  </p:clrMapOvr>
  <p:extLst>
    <p:ext uri="{DCECCB84-F9BA-43D5-87BE-67443E8EF086}">
      <p15:sldGuideLst xmlns:p15="http://schemas.microsoft.com/office/powerpoint/2012/main">
        <p15:guide id="1" pos="311">
          <p15:clr>
            <a:srgbClr val="FBAE40"/>
          </p15:clr>
        </p15:guide>
        <p15:guide id="2" orient="horz" pos="970">
          <p15:clr>
            <a:srgbClr val="FBAE40"/>
          </p15:clr>
        </p15:guide>
        <p15:guide id="3" pos="7364">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3869" y="3090446"/>
            <a:ext cx="11182288" cy="677108"/>
          </a:xfrm>
        </p:spPr>
        <p:txBody>
          <a:bodyPr anchor="ctr" anchorCtr="0">
            <a:noAutofit/>
          </a:bodyPr>
          <a:lstStyle>
            <a:lvl1pPr>
              <a:defRPr sz="4399" b="0" i="0">
                <a:solidFill>
                  <a:schemeClr val="tx1"/>
                </a:solidFill>
                <a:latin typeface="72 Brand Medium" panose="020B0504030603020204" pitchFamily="34" charset="0"/>
              </a:defRPr>
            </a:lvl1pPr>
          </a:lstStyle>
          <a:p>
            <a:r>
              <a:rPr lang="en-US" dirty="0"/>
              <a:t>Divider page</a:t>
            </a:r>
            <a:endParaRPr lang="de-DE" dirty="0"/>
          </a:p>
        </p:txBody>
      </p:sp>
    </p:spTree>
    <p:extLst>
      <p:ext uri="{BB962C8B-B14F-4D97-AF65-F5344CB8AC3E}">
        <p14:creationId xmlns:p14="http://schemas.microsoft.com/office/powerpoint/2010/main" val="963467981"/>
      </p:ext>
    </p:extLst>
  </p:cSld>
  <p:clrMapOvr>
    <a:masterClrMapping/>
  </p:clrMapOvr>
  <p:hf sldNum="0" hdr="0" ftr="0" dt="0"/>
  <p:extLst>
    <p:ext uri="{DCECCB84-F9BA-43D5-87BE-67443E8EF086}">
      <p15:sldGuideLst xmlns:p15="http://schemas.microsoft.com/office/powerpoint/2012/main">
        <p15:guide id="1" pos="314">
          <p15:clr>
            <a:srgbClr val="FBAE40"/>
          </p15:clr>
        </p15:guide>
        <p15:guide id="2" orient="horz" pos="2160">
          <p15:clr>
            <a:srgbClr val="FBAE40"/>
          </p15:clr>
        </p15:guide>
        <p15:guide id="3" pos="736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2000" cy="3430800"/>
          </a:xfrm>
          <a:noFill/>
        </p:spPr>
        <p:txBody>
          <a:bodyPr tIns="324000"/>
          <a:lstStyle>
            <a:lvl1pPr marL="0" marR="0" indent="0" algn="ctr" defTabSz="1088231"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231"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a:t>
            </a:r>
          </a:p>
        </p:txBody>
      </p:sp>
      <p:sp>
        <p:nvSpPr>
          <p:cNvPr id="2" name="Divider text"/>
          <p:cNvSpPr>
            <a:spLocks noGrp="1"/>
          </p:cNvSpPr>
          <p:nvPr>
            <p:ph type="ctrTitle" hasCustomPrompt="1"/>
          </p:nvPr>
        </p:nvSpPr>
        <p:spPr bwMode="black">
          <a:xfrm>
            <a:off x="503869" y="1375046"/>
            <a:ext cx="11182288" cy="677108"/>
          </a:xfrm>
        </p:spPr>
        <p:txBody>
          <a:bodyPr anchor="t" anchorCtr="0">
            <a:noAutofit/>
          </a:bodyPr>
          <a:lstStyle>
            <a:lvl1pPr>
              <a:defRPr sz="4399" b="0" i="0">
                <a:solidFill>
                  <a:schemeClr val="tx1"/>
                </a:solidFill>
                <a:latin typeface="72 Brand Medium" panose="020B0504030603020204" pitchFamily="34" charset="0"/>
              </a:defRPr>
            </a:lvl1pPr>
          </a:lstStyle>
          <a:p>
            <a:r>
              <a:rPr lang="en-US" dirty="0"/>
              <a:t>Divider page</a:t>
            </a:r>
            <a:endParaRPr lang="de-DE" dirty="0"/>
          </a:p>
        </p:txBody>
      </p:sp>
    </p:spTree>
    <p:extLst>
      <p:ext uri="{BB962C8B-B14F-4D97-AF65-F5344CB8AC3E}">
        <p14:creationId xmlns:p14="http://schemas.microsoft.com/office/powerpoint/2010/main" val="410114844"/>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4">
          <p15:clr>
            <a:srgbClr val="FBAE40"/>
          </p15:clr>
        </p15:guide>
        <p15:guide id="3" pos="314">
          <p15:clr>
            <a:srgbClr val="FBAE40"/>
          </p15:clr>
        </p15:guide>
        <p15:guide id="4" orient="horz" pos="865">
          <p15:clr>
            <a:srgbClr val="FBAE40"/>
          </p15:clr>
        </p15:guide>
        <p15:guide id="5" orient="horz" pos="129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Divider Page with Im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3869" y="1375046"/>
            <a:ext cx="11182288" cy="677108"/>
          </a:xfrm>
        </p:spPr>
        <p:txBody>
          <a:bodyPr anchor="t" anchorCtr="0">
            <a:noAutofit/>
          </a:bodyPr>
          <a:lstStyle>
            <a:lvl1pPr>
              <a:defRPr sz="4399" b="0" i="0">
                <a:solidFill>
                  <a:schemeClr val="tx1"/>
                </a:solidFill>
                <a:latin typeface="72 Brand Medium" panose="020B0504030603020204" pitchFamily="34" charset="0"/>
              </a:defRPr>
            </a:lvl1pPr>
          </a:lstStyle>
          <a:p>
            <a:r>
              <a:rPr lang="en-US" dirty="0"/>
              <a:t>Divider page</a:t>
            </a:r>
            <a:endParaRPr lang="de-DE" dirty="0"/>
          </a:p>
        </p:txBody>
      </p:sp>
    </p:spTree>
    <p:extLst>
      <p:ext uri="{BB962C8B-B14F-4D97-AF65-F5344CB8AC3E}">
        <p14:creationId xmlns:p14="http://schemas.microsoft.com/office/powerpoint/2010/main" val="1716017969"/>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4">
          <p15:clr>
            <a:srgbClr val="FBAE40"/>
          </p15:clr>
        </p15:guide>
        <p15:guide id="3" pos="314">
          <p15:clr>
            <a:srgbClr val="FBAE40"/>
          </p15:clr>
        </p15:guide>
        <p15:guide id="4" orient="horz" pos="865">
          <p15:clr>
            <a:srgbClr val="FBAE40"/>
          </p15:clr>
        </p15:guide>
        <p15:guide id="5" orient="horz" pos="129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dirty="0"/>
              <a:t>Insert page title (sentence case)</a:t>
            </a:r>
            <a:endParaRPr lang="en-US" dirty="0"/>
          </a:p>
        </p:txBody>
      </p:sp>
    </p:spTree>
    <p:extLst>
      <p:ext uri="{BB962C8B-B14F-4D97-AF65-F5344CB8AC3E}">
        <p14:creationId xmlns:p14="http://schemas.microsoft.com/office/powerpoint/2010/main" val="1326632017"/>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869" y="1548000"/>
            <a:ext cx="11183565" cy="4787900"/>
          </a:xfrm>
        </p:spPr>
        <p:txBody>
          <a:bodyPr/>
          <a:lstStyle>
            <a:lvl1pPr>
              <a:defRPr/>
            </a:lvl1pPr>
          </a:lstStyle>
          <a:p>
            <a:pPr lvl="0"/>
            <a:r>
              <a:rPr lang="en-GB" dirty="0"/>
              <a:t>Start typing to add text without a bullet point. To add a bullet point, place the cursor at the start of this line and press tab.</a:t>
            </a:r>
            <a:endParaRPr lang="en-US" noProof="0"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3870" y="504000"/>
            <a:ext cx="11183564" cy="369332"/>
          </a:xfrm>
        </p:spPr>
        <p:txBody>
          <a:bodyPr/>
          <a:lstStyle>
            <a:lvl1pPr>
              <a:defRPr b="0"/>
            </a:lvl1pPr>
          </a:lstStyle>
          <a:p>
            <a:r>
              <a:rPr lang="en-US" noProof="0" dirty="0"/>
              <a:t>Insert page title (sentence case)</a:t>
            </a:r>
            <a:endParaRPr lang="en-US" dirty="0"/>
          </a:p>
        </p:txBody>
      </p:sp>
    </p:spTree>
    <p:extLst>
      <p:ext uri="{BB962C8B-B14F-4D97-AF65-F5344CB8AC3E}">
        <p14:creationId xmlns:p14="http://schemas.microsoft.com/office/powerpoint/2010/main" val="2714199580"/>
      </p:ext>
    </p:extLst>
  </p:cSld>
  <p:clrMapOvr>
    <a:masterClrMapping/>
  </p:clrMapOvr>
  <p:extLst>
    <p:ext uri="{DCECCB84-F9BA-43D5-87BE-67443E8EF086}">
      <p15:sldGuideLst xmlns:p15="http://schemas.microsoft.com/office/powerpoint/2012/main">
        <p15:guide id="1" pos="316">
          <p15:clr>
            <a:srgbClr val="FBAE40"/>
          </p15:clr>
        </p15:guide>
        <p15:guide id="2" orient="horz" pos="3997">
          <p15:clr>
            <a:srgbClr val="FBAE40"/>
          </p15:clr>
        </p15:guide>
        <p15:guide id="3" pos="7364">
          <p15:clr>
            <a:srgbClr val="FBAE40"/>
          </p15:clr>
        </p15:guide>
        <p15:guide id="4" orient="horz" pos="318">
          <p15:clr>
            <a:srgbClr val="FBAE40"/>
          </p15:clr>
        </p15:guide>
        <p15:guide id="5" orient="horz" pos="552">
          <p15:clr>
            <a:srgbClr val="FBAE40"/>
          </p15:clr>
        </p15:guide>
        <p15:guide id="6" orient="horz" pos="95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0820" y="1548000"/>
            <a:ext cx="5326613"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3869" y="1548000"/>
            <a:ext cx="5326613"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3870" y="504000"/>
            <a:ext cx="11183564"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507350829"/>
      </p:ext>
    </p:extLst>
  </p:cSld>
  <p:clrMapOvr>
    <a:masterClrMapping/>
  </p:clrMapOvr>
  <p:extLst>
    <p:ext uri="{DCECCB84-F9BA-43D5-87BE-67443E8EF086}">
      <p15:sldGuideLst xmlns:p15="http://schemas.microsoft.com/office/powerpoint/2012/main">
        <p15:guide id="1" pos="314">
          <p15:clr>
            <a:srgbClr val="FBAE40"/>
          </p15:clr>
        </p15:guide>
        <p15:guide id="2" orient="horz" pos="3997">
          <p15:clr>
            <a:srgbClr val="FBAE40"/>
          </p15:clr>
        </p15:guide>
        <p15:guide id="3" pos="7364">
          <p15:clr>
            <a:srgbClr val="FBAE40"/>
          </p15:clr>
        </p15:guide>
        <p15:guide id="4" pos="3674">
          <p15:clr>
            <a:srgbClr val="FBAE40"/>
          </p15:clr>
        </p15:guide>
        <p15:guide id="5" pos="4007">
          <p15:clr>
            <a:srgbClr val="FBAE40"/>
          </p15:clr>
        </p15:guide>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4361" y="1548000"/>
            <a:ext cx="3563072"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4115" y="1548000"/>
            <a:ext cx="3563072"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3869" y="1548000"/>
            <a:ext cx="3563072"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cNvSpPr>
            <a:spLocks noGrp="1"/>
          </p:cNvSpPr>
          <p:nvPr>
            <p:ph type="title" hasCustomPrompt="1"/>
          </p:nvPr>
        </p:nvSpPr>
        <p:spPr>
          <a:xfrm>
            <a:off x="503870" y="504000"/>
            <a:ext cx="11183564"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70911718"/>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563">
          <p15:clr>
            <a:srgbClr val="FBAE40"/>
          </p15:clr>
        </p15:guide>
        <p15:guide id="4" pos="2717">
          <p15:clr>
            <a:srgbClr val="FBAE40"/>
          </p15:clr>
        </p15:guide>
        <p15:guide id="5" pos="4964">
          <p15:clr>
            <a:srgbClr val="FBAE40"/>
          </p15:clr>
        </p15:guide>
        <p15:guide id="6" pos="5119">
          <p15:clr>
            <a:srgbClr val="FBAE40"/>
          </p15:clr>
        </p15:guide>
        <p15:guide id="7" pos="7364">
          <p15:clr>
            <a:srgbClr val="FBAE40"/>
          </p15:clr>
        </p15:guide>
        <p15:guide id="8" orient="horz" pos="551">
          <p15:clr>
            <a:srgbClr val="FBAE40"/>
          </p15:clr>
        </p15:guide>
        <p15:guide id="9" orient="horz" pos="974">
          <p15:clr>
            <a:srgbClr val="FBAE40"/>
          </p15:clr>
        </p15:guide>
        <p15:guide id="10" orient="horz" pos="399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0820" y="4770000"/>
            <a:ext cx="5326613" cy="1575238"/>
          </a:xfrm>
        </p:spPr>
        <p:txBody>
          <a:bodyPr/>
          <a:lstStyle>
            <a:lvl1pPr>
              <a:spcBef>
                <a:spcPts val="600"/>
              </a:spcBef>
              <a:defRPr sz="1799"/>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2"/>
          <p:cNvSpPr>
            <a:spLocks noGrp="1"/>
          </p:cNvSpPr>
          <p:nvPr>
            <p:ph type="pic" sz="quarter" idx="14" hasCustomPrompt="1"/>
          </p:nvPr>
        </p:nvSpPr>
        <p:spPr bwMode="gray">
          <a:xfrm>
            <a:off x="6360820" y="1548000"/>
            <a:ext cx="5326613" cy="279259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3869" y="4770000"/>
            <a:ext cx="5326613" cy="1575238"/>
          </a:xfrm>
        </p:spPr>
        <p:txBody>
          <a:bodyPr/>
          <a:lstStyle>
            <a:lvl1pPr>
              <a:spcBef>
                <a:spcPts val="600"/>
              </a:spcBef>
              <a:defRPr sz="1799"/>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3869" y="1548000"/>
            <a:ext cx="5326613" cy="279259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3870" y="504000"/>
            <a:ext cx="11183564"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008784878"/>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750">
          <p15:clr>
            <a:srgbClr val="FBAE40"/>
          </p15:clr>
        </p15:guide>
        <p15:guide id="6" orient="horz" pos="3004">
          <p15:clr>
            <a:srgbClr val="FBAE40"/>
          </p15:clr>
        </p15:guide>
        <p15:guide id="7" orient="horz" pos="3997">
          <p15:clr>
            <a:srgbClr val="FBAE40"/>
          </p15:clr>
        </p15:guide>
        <p15:guide id="8" pos="3682">
          <p15:clr>
            <a:srgbClr val="FBAE40"/>
          </p15:clr>
        </p15:guide>
        <p15:guide id="9" pos="4000">
          <p15:clr>
            <a:srgbClr val="FBAE40"/>
          </p15:clr>
        </p15:guide>
        <p15:guide id="10" pos="736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7116" y="4354922"/>
            <a:ext cx="3390317" cy="1981079"/>
          </a:xfrm>
        </p:spPr>
        <p:txBody>
          <a:bodyPr/>
          <a:lstStyle>
            <a:lvl1pPr>
              <a:spcBef>
                <a:spcPts val="600"/>
              </a:spcBef>
              <a:defRPr sz="1799"/>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3"/>
          <p:cNvSpPr>
            <a:spLocks noGrp="1"/>
          </p:cNvSpPr>
          <p:nvPr>
            <p:ph type="pic" sz="quarter" idx="14" hasCustomPrompt="1"/>
          </p:nvPr>
        </p:nvSpPr>
        <p:spPr bwMode="gray">
          <a:xfrm>
            <a:off x="8297116" y="1548000"/>
            <a:ext cx="3390317" cy="2294662"/>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9" name="Text placeholder 2"/>
          <p:cNvSpPr>
            <a:spLocks noGrp="1"/>
          </p:cNvSpPr>
          <p:nvPr>
            <p:ph type="body" sz="quarter" idx="15" hasCustomPrompt="1"/>
          </p:nvPr>
        </p:nvSpPr>
        <p:spPr>
          <a:xfrm>
            <a:off x="4400493" y="4354922"/>
            <a:ext cx="3390317" cy="1981079"/>
          </a:xfrm>
        </p:spPr>
        <p:txBody>
          <a:bodyPr/>
          <a:lstStyle>
            <a:lvl1pPr>
              <a:spcBef>
                <a:spcPts val="600"/>
              </a:spcBef>
              <a:defRPr sz="1799"/>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2"/>
          <p:cNvSpPr>
            <a:spLocks noGrp="1"/>
          </p:cNvSpPr>
          <p:nvPr>
            <p:ph type="pic" sz="quarter" idx="16" hasCustomPrompt="1"/>
          </p:nvPr>
        </p:nvSpPr>
        <p:spPr bwMode="gray">
          <a:xfrm>
            <a:off x="4400493" y="1548000"/>
            <a:ext cx="3390317" cy="2294662"/>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3869" y="4354922"/>
            <a:ext cx="3390317" cy="1981079"/>
          </a:xfrm>
        </p:spPr>
        <p:txBody>
          <a:bodyPr/>
          <a:lstStyle>
            <a:lvl1pPr>
              <a:spcBef>
                <a:spcPts val="600"/>
              </a:spcBef>
              <a:defRPr sz="1799"/>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3869" y="1548000"/>
            <a:ext cx="3390317" cy="2294662"/>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3870" y="504000"/>
            <a:ext cx="11183564"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205318424"/>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455">
          <p15:clr>
            <a:srgbClr val="FBAE40"/>
          </p15:clr>
        </p15:guide>
        <p15:guide id="4" pos="2773">
          <p15:clr>
            <a:srgbClr val="FBAE40"/>
          </p15:clr>
        </p15:guide>
        <p15:guide id="5" pos="4910">
          <p15:clr>
            <a:srgbClr val="FBAE40"/>
          </p15:clr>
        </p15:guide>
        <p15:guide id="6" pos="5227">
          <p15:clr>
            <a:srgbClr val="FBAE40"/>
          </p15:clr>
        </p15:guide>
        <p15:guide id="7" pos="7364">
          <p15:clr>
            <a:srgbClr val="FBAE40"/>
          </p15:clr>
        </p15:guide>
        <p15:guide id="8" orient="horz" pos="551">
          <p15:clr>
            <a:srgbClr val="FBAE40"/>
          </p15:clr>
        </p15:guide>
        <p15:guide id="9" orient="horz" pos="970">
          <p15:clr>
            <a:srgbClr val="FBAE40"/>
          </p15:clr>
        </p15:guide>
        <p15:guide id="10" orient="horz" pos="2428">
          <p15:clr>
            <a:srgbClr val="FBAE40"/>
          </p15:clr>
        </p15:guide>
        <p15:guide id="11" orient="horz" pos="2743">
          <p15:clr>
            <a:srgbClr val="FBAE40"/>
          </p15:clr>
        </p15:guide>
        <p15:guide id="12" orient="horz" pos="399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272462" y="3877200"/>
            <a:ext cx="2414971" cy="2457780"/>
          </a:xfrm>
        </p:spPr>
        <p:txBody>
          <a:bodyPr/>
          <a:lstStyle>
            <a:lvl1pPr>
              <a:spcBef>
                <a:spcPts val="600"/>
              </a:spcBef>
              <a:defRPr sz="1799"/>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2462" y="1548000"/>
            <a:ext cx="2414971" cy="187166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13" name="Text placeholder - column 2"/>
          <p:cNvSpPr>
            <a:spLocks noGrp="1"/>
          </p:cNvSpPr>
          <p:nvPr>
            <p:ph type="body" sz="quarter" idx="17" hasCustomPrompt="1"/>
          </p:nvPr>
        </p:nvSpPr>
        <p:spPr>
          <a:xfrm>
            <a:off x="6349599" y="3877200"/>
            <a:ext cx="2414971" cy="2457780"/>
          </a:xfrm>
        </p:spPr>
        <p:txBody>
          <a:bodyPr/>
          <a:lstStyle>
            <a:lvl1pPr>
              <a:spcBef>
                <a:spcPts val="600"/>
              </a:spcBef>
              <a:defRPr sz="1799"/>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49599" y="1548000"/>
            <a:ext cx="2414971" cy="187166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9" name="Text placeholder - column 2"/>
          <p:cNvSpPr>
            <a:spLocks noGrp="1"/>
          </p:cNvSpPr>
          <p:nvPr>
            <p:ph type="body" sz="quarter" idx="15" hasCustomPrompt="1"/>
          </p:nvPr>
        </p:nvSpPr>
        <p:spPr>
          <a:xfrm>
            <a:off x="3426734" y="3877200"/>
            <a:ext cx="2414971" cy="2457780"/>
          </a:xfrm>
        </p:spPr>
        <p:txBody>
          <a:bodyPr/>
          <a:lstStyle>
            <a:lvl1pPr>
              <a:spcBef>
                <a:spcPts val="600"/>
              </a:spcBef>
              <a:defRPr sz="1799"/>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6734" y="1548000"/>
            <a:ext cx="2414971" cy="187166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3" name="Text placeholder - column 2"/>
          <p:cNvSpPr>
            <a:spLocks noGrp="1"/>
          </p:cNvSpPr>
          <p:nvPr>
            <p:ph type="body" sz="quarter" idx="10" hasCustomPrompt="1"/>
          </p:nvPr>
        </p:nvSpPr>
        <p:spPr>
          <a:xfrm>
            <a:off x="503869" y="3877200"/>
            <a:ext cx="2414971" cy="2457780"/>
          </a:xfrm>
        </p:spPr>
        <p:txBody>
          <a:bodyPr/>
          <a:lstStyle>
            <a:lvl1pPr>
              <a:spcBef>
                <a:spcPts val="600"/>
              </a:spcBef>
              <a:defRPr sz="1799"/>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3869" y="1548000"/>
            <a:ext cx="2414971" cy="187166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3870" y="504000"/>
            <a:ext cx="11183564"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99939610"/>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160">
          <p15:clr>
            <a:srgbClr val="FBAE40"/>
          </p15:clr>
        </p15:guide>
        <p15:guide id="6" orient="horz" pos="2442">
          <p15:clr>
            <a:srgbClr val="FBAE40"/>
          </p15:clr>
        </p15:guide>
        <p15:guide id="7" orient="horz" pos="3990">
          <p15:clr>
            <a:srgbClr val="FBAE40"/>
          </p15:clr>
        </p15:guide>
        <p15:guide id="8" pos="1840">
          <p15:clr>
            <a:srgbClr val="FBAE40"/>
          </p15:clr>
        </p15:guide>
        <p15:guide id="9" pos="2159">
          <p15:clr>
            <a:srgbClr val="FBAE40"/>
          </p15:clr>
        </p15:guide>
        <p15:guide id="10" pos="3683">
          <p15:clr>
            <a:srgbClr val="FBAE40"/>
          </p15:clr>
        </p15:guide>
        <p15:guide id="11" pos="4000">
          <p15:clr>
            <a:srgbClr val="FBAE40"/>
          </p15:clr>
        </p15:guide>
        <p15:guide id="12" pos="5525">
          <p15:clr>
            <a:srgbClr val="FBAE40"/>
          </p15:clr>
        </p15:guide>
        <p15:guide id="13" pos="5842">
          <p15:clr>
            <a:srgbClr val="FBAE40"/>
          </p15:clr>
        </p15:guide>
        <p15:guide id="14" pos="736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3869" y="1800000"/>
            <a:ext cx="11182288" cy="3285032"/>
          </a:xfrm>
        </p:spPr>
        <p:txBody>
          <a:bodyPr/>
          <a:lstStyle>
            <a:lvl1pPr marL="395802" indent="-395802">
              <a:lnSpc>
                <a:spcPct val="90000"/>
              </a:lnSpc>
              <a:spcBef>
                <a:spcPts val="600"/>
              </a:spcBef>
              <a:defRPr sz="5997" b="0" i="0">
                <a:latin typeface="72 Brand Medium" panose="020B0504030603020204" pitchFamily="34" charset="0"/>
              </a:defRPr>
            </a:lvl1pPr>
            <a:lvl2pPr marL="395802" indent="0">
              <a:buNone/>
              <a:defRPr sz="1600"/>
            </a:lvl2pPr>
          </a:lstStyle>
          <a:p>
            <a:pPr lvl="0"/>
            <a:r>
              <a:rPr lang="en-US" noProof="0" dirty="0"/>
              <a:t>“Quote goes here </a:t>
            </a:r>
            <a:br>
              <a:rPr lang="en-US" noProof="0" dirty="0"/>
            </a:br>
            <a:r>
              <a:rPr lang="en-US" noProof="0" dirty="0"/>
              <a:t>and here.”</a:t>
            </a:r>
          </a:p>
          <a:p>
            <a:pPr lvl="1"/>
            <a:r>
              <a:rPr lang="en-US" noProof="0" dirty="0"/>
              <a:t>Source</a:t>
            </a:r>
          </a:p>
        </p:txBody>
      </p:sp>
    </p:spTree>
    <p:extLst>
      <p:ext uri="{BB962C8B-B14F-4D97-AF65-F5344CB8AC3E}">
        <p14:creationId xmlns:p14="http://schemas.microsoft.com/office/powerpoint/2010/main" val="1609403022"/>
      </p:ext>
    </p:extLst>
  </p:cSld>
  <p:clrMapOvr>
    <a:masterClrMapping/>
  </p:clrMapOvr>
  <p:extLst>
    <p:ext uri="{DCECCB84-F9BA-43D5-87BE-67443E8EF086}">
      <p15:sldGuideLst xmlns:p15="http://schemas.microsoft.com/office/powerpoint/2012/main">
        <p15:guide id="1" pos="314">
          <p15:clr>
            <a:srgbClr val="FBAE40"/>
          </p15:clr>
        </p15:guide>
        <p15:guide id="4" orient="horz" pos="1132">
          <p15:clr>
            <a:srgbClr val="FBAE40"/>
          </p15:clr>
        </p15:guide>
        <p15:guide id="5" orient="horz" pos="3204">
          <p15:clr>
            <a:srgbClr val="FBAE40"/>
          </p15:clr>
        </p15:guide>
        <p15:guide id="6" pos="7363">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5059" y="0"/>
            <a:ext cx="4066941" cy="6858000"/>
          </a:xfrm>
          <a:noFill/>
        </p:spPr>
        <p:txBody>
          <a:bodyPr vert="horz" lIns="0" tIns="2448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a:t>
            </a:r>
            <a:endParaRPr lang="de-DE" dirty="0"/>
          </a:p>
        </p:txBody>
      </p:sp>
      <p:sp>
        <p:nvSpPr>
          <p:cNvPr id="7" name="Text Placeholder"/>
          <p:cNvSpPr>
            <a:spLocks noGrp="1"/>
          </p:cNvSpPr>
          <p:nvPr>
            <p:ph type="body" sz="quarter" idx="11" hasCustomPrompt="1"/>
          </p:nvPr>
        </p:nvSpPr>
        <p:spPr bwMode="black">
          <a:xfrm>
            <a:off x="503868" y="1548000"/>
            <a:ext cx="7090154" cy="4788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p:cNvSpPr>
            <a:spLocks noGrp="1"/>
          </p:cNvSpPr>
          <p:nvPr>
            <p:ph type="title" hasCustomPrompt="1"/>
          </p:nvPr>
        </p:nvSpPr>
        <p:spPr>
          <a:xfrm>
            <a:off x="503870" y="504000"/>
            <a:ext cx="7090154"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669059335"/>
      </p:ext>
    </p:extLst>
  </p:cSld>
  <p:clrMapOvr>
    <a:masterClrMapping/>
  </p:clrMapOvr>
  <p:extLst>
    <p:ext uri="{DCECCB84-F9BA-43D5-87BE-67443E8EF086}">
      <p15:sldGuideLst xmlns:p15="http://schemas.microsoft.com/office/powerpoint/2012/main">
        <p15:guide id="1" pos="314">
          <p15:clr>
            <a:srgbClr val="FBAE40"/>
          </p15:clr>
        </p15:guide>
        <p15:guide id="2" orient="horz" pos="3991">
          <p15:clr>
            <a:srgbClr val="FBAE40"/>
          </p15:clr>
        </p15:guide>
        <p15:guide id="3" pos="4786">
          <p15:clr>
            <a:srgbClr val="FBAE40"/>
          </p15:clr>
        </p15:guide>
        <p15:guide id="4" pos="5111">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2000" cy="6858000"/>
          </a:xfrm>
          <a:noFill/>
        </p:spPr>
        <p:txBody>
          <a:bodyPr vert="horz" lIns="0" tIns="2448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1986715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0820" y="1557338"/>
            <a:ext cx="5326613" cy="4788000"/>
          </a:xfrm>
          <a:noFill/>
        </p:spPr>
        <p:txBody>
          <a:bodyPr vert="horz" lIns="0" tIns="1512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screenshot</a:t>
            </a:r>
            <a:endParaRPr lang="de-DE" dirty="0"/>
          </a:p>
        </p:txBody>
      </p:sp>
      <p:sp>
        <p:nvSpPr>
          <p:cNvPr id="4" name="Text Placeholder"/>
          <p:cNvSpPr>
            <a:spLocks noGrp="1"/>
          </p:cNvSpPr>
          <p:nvPr>
            <p:ph type="body" sz="quarter" idx="10" hasCustomPrompt="1"/>
          </p:nvPr>
        </p:nvSpPr>
        <p:spPr>
          <a:xfrm>
            <a:off x="503869" y="1548000"/>
            <a:ext cx="5326613" cy="4788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3870" y="504000"/>
            <a:ext cx="11183564"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971128055"/>
      </p:ext>
    </p:extLst>
  </p:cSld>
  <p:clrMapOvr>
    <a:masterClrMapping/>
  </p:clrMapOvr>
  <p:extLst>
    <p:ext uri="{DCECCB84-F9BA-43D5-87BE-67443E8EF086}">
      <p15:sldGuideLst xmlns:p15="http://schemas.microsoft.com/office/powerpoint/2012/main">
        <p15:guide id="1" pos="314">
          <p15:clr>
            <a:srgbClr val="FBAE40"/>
          </p15:clr>
        </p15:guide>
        <p15:guide id="2" orient="horz" pos="972">
          <p15:clr>
            <a:srgbClr val="FBAE40"/>
          </p15:clr>
        </p15:guide>
        <p15:guide id="3" pos="3674">
          <p15:clr>
            <a:srgbClr val="FBAE40"/>
          </p15:clr>
        </p15:guide>
        <p15:guide id="4" pos="4008">
          <p15:clr>
            <a:srgbClr val="FBAE40"/>
          </p15:clr>
        </p15:guide>
        <p15:guide id="5" pos="7364">
          <p15:clr>
            <a:srgbClr val="FBAE40"/>
          </p15:clr>
        </p15:guide>
        <p15:guide id="6" orient="horz" pos="317">
          <p15:clr>
            <a:srgbClr val="FBAE40"/>
          </p15:clr>
        </p15:guide>
        <p15:guide id="7" orient="horz" pos="551">
          <p15:clr>
            <a:srgbClr val="FBAE40"/>
          </p15:clr>
        </p15:guide>
        <p15:guide id="8" orient="horz" pos="399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3869" y="1548000"/>
            <a:ext cx="11182288" cy="4788000"/>
          </a:xfrm>
          <a:noFill/>
        </p:spPr>
        <p:txBody>
          <a:bodyPr tIns="1368000"/>
          <a:lstStyle>
            <a:lvl1pPr algn="ctr">
              <a:defRPr sz="1400" b="0"/>
            </a:lvl1pPr>
          </a:lstStyle>
          <a:p>
            <a:pPr lvl="0"/>
            <a:r>
              <a:rPr lang="en-US" dirty="0"/>
              <a:t>Click to add content</a:t>
            </a:r>
          </a:p>
        </p:txBody>
      </p:sp>
      <p:sp>
        <p:nvSpPr>
          <p:cNvPr id="2"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826439148"/>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2">
          <p15:clr>
            <a:srgbClr val="FBAE40"/>
          </p15:clr>
        </p15:guide>
        <p15:guide id="5" orient="horz" pos="3991">
          <p15:clr>
            <a:srgbClr val="FBAE40"/>
          </p15:clr>
        </p15:guide>
        <p15:guide id="6" pos="736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4239523"/>
      </p:ext>
    </p:extLst>
  </p:cSld>
  <p:clrMapOvr>
    <a:masterClrMapping/>
  </p:clrMapOvr>
  <p:extLst>
    <p:ext uri="{DCECCB84-F9BA-43D5-87BE-67443E8EF086}">
      <p15:sldGuideLst xmlns:p15="http://schemas.microsoft.com/office/powerpoint/2012/main">
        <p15:guide id="1" orient="horz" pos="2160">
          <p15:clr>
            <a:srgbClr val="FBAE40"/>
          </p15:clr>
        </p15:guide>
        <p15:guide id="2" pos="384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hank You, Contact and Copyrigh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33C5639-DDA2-864A-9DC3-7FC80AC852D5}"/>
              </a:ext>
            </a:extLst>
          </p:cNvPr>
          <p:cNvSpPr txBox="1"/>
          <p:nvPr userDrawn="1"/>
        </p:nvSpPr>
        <p:spPr>
          <a:xfrm>
            <a:off x="503107" y="2905126"/>
            <a:ext cx="1836563" cy="246221"/>
          </a:xfrm>
          <a:prstGeom prst="rect">
            <a:avLst/>
          </a:prstGeom>
          <a:noFill/>
        </p:spPr>
        <p:txBody>
          <a:bodyPr wrap="non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F0AB00"/>
              </a:buClr>
              <a:buSzPct val="80000"/>
              <a:buFontTx/>
              <a:buNone/>
              <a:tabLst/>
              <a:defRPr/>
            </a:pPr>
            <a:r>
              <a:rPr lang="en-US" sz="1600" b="0" i="0">
                <a:latin typeface="+mn-lt"/>
              </a:rPr>
              <a:t>Contact information:</a:t>
            </a:r>
          </a:p>
        </p:txBody>
      </p:sp>
      <p:sp>
        <p:nvSpPr>
          <p:cNvPr id="9" name="Copyright - Dynamic" descr="{&quot;templafy&quot;:{&quot;id&quot;:&quot;ec2d1535-e34f-4c81-8074-2c9afcc71e41&quot;}}">
            <a:extLst>
              <a:ext uri="{FF2B5EF4-FFF2-40B4-BE49-F238E27FC236}">
                <a16:creationId xmlns:a16="http://schemas.microsoft.com/office/drawing/2014/main" id="{EDAF1AF5-D568-20CC-6052-F655D86F5486}"/>
              </a:ext>
            </a:extLst>
          </p:cNvPr>
          <p:cNvSpPr txBox="1">
            <a:spLocks/>
          </p:cNvSpPr>
          <p:nvPr userDrawn="1"/>
        </p:nvSpPr>
        <p:spPr>
          <a:xfrm>
            <a:off x="503870" y="6536751"/>
            <a:ext cx="10152956"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latin typeface="+mn-lt"/>
              </a:rPr>
              <a:t>© 2025 SAP SE or an SAP affiliate company. All rights reserved. See Legal Notice on www.sap.com/legal-notice for use terms, disclaimers, disclosures, or restrictions related to this material.</a:t>
            </a:r>
          </a:p>
        </p:txBody>
      </p:sp>
      <p:sp>
        <p:nvSpPr>
          <p:cNvPr id="3" name="Title 2">
            <a:extLst>
              <a:ext uri="{FF2B5EF4-FFF2-40B4-BE49-F238E27FC236}">
                <a16:creationId xmlns:a16="http://schemas.microsoft.com/office/drawing/2014/main" id="{5692DE12-4084-77D2-FD2A-8E63F6FBE7C5}"/>
              </a:ext>
            </a:extLst>
          </p:cNvPr>
          <p:cNvSpPr>
            <a:spLocks noGrp="1"/>
          </p:cNvSpPr>
          <p:nvPr>
            <p:ph type="title" hasCustomPrompt="1"/>
          </p:nvPr>
        </p:nvSpPr>
        <p:spPr>
          <a:xfrm>
            <a:off x="503107" y="1543050"/>
            <a:ext cx="5412068" cy="846386"/>
          </a:xfrm>
        </p:spPr>
        <p:txBody>
          <a:bodyPr/>
          <a:lstStyle>
            <a:lvl1pPr>
              <a:defRPr sz="5498" b="0" i="0">
                <a:latin typeface="72 Brand Medium" panose="020B0504030603020204" pitchFamily="34" charset="0"/>
              </a:defRPr>
            </a:lvl1pPr>
          </a:lstStyle>
          <a:p>
            <a:r>
              <a:rPr lang="en-GB" dirty="0"/>
              <a:t>Thank you.</a:t>
            </a:r>
            <a:endParaRPr lang="en-US" dirty="0"/>
          </a:p>
        </p:txBody>
      </p:sp>
      <p:pic>
        <p:nvPicPr>
          <p:cNvPr id="5" name="Picture 4">
            <a:extLst>
              <a:ext uri="{FF2B5EF4-FFF2-40B4-BE49-F238E27FC236}">
                <a16:creationId xmlns:a16="http://schemas.microsoft.com/office/drawing/2014/main" id="{9B2C865E-BEC1-EE4C-E61C-369AEE2DFC76}"/>
              </a:ext>
            </a:extLst>
          </p:cNvPr>
          <p:cNvPicPr>
            <a:picLocks noChangeAspect="1"/>
          </p:cNvPicPr>
          <p:nvPr userDrawn="1"/>
        </p:nvPicPr>
        <p:blipFill>
          <a:blip r:embed="rId2"/>
          <a:stretch>
            <a:fillRect/>
          </a:stretch>
        </p:blipFill>
        <p:spPr>
          <a:xfrm>
            <a:off x="8181817" y="5990000"/>
            <a:ext cx="3505490" cy="360000"/>
          </a:xfrm>
          <a:prstGeom prst="rect">
            <a:avLst/>
          </a:prstGeom>
        </p:spPr>
      </p:pic>
    </p:spTree>
    <p:extLst>
      <p:ext uri="{BB962C8B-B14F-4D97-AF65-F5344CB8AC3E}">
        <p14:creationId xmlns:p14="http://schemas.microsoft.com/office/powerpoint/2010/main" val="364107336"/>
      </p:ext>
    </p:extLst>
  </p:cSld>
  <p:clrMapOvr>
    <a:masterClrMapping/>
  </p:clrMapOvr>
  <p:hf sldNum="0" hdr="0" ftr="0" dt="0"/>
  <p:extLst>
    <p:ext uri="{DCECCB84-F9BA-43D5-87BE-67443E8EF086}">
      <p15:sldGuideLst xmlns:p15="http://schemas.microsoft.com/office/powerpoint/2012/main">
        <p15:guide id="1" pos="7364">
          <p15:clr>
            <a:srgbClr val="FBAE40"/>
          </p15:clr>
        </p15:guide>
        <p15:guide id="2" orient="horz" pos="970">
          <p15:clr>
            <a:srgbClr val="FBAE40"/>
          </p15:clr>
        </p15:guide>
        <p15:guide id="4" orient="horz" pos="1830">
          <p15:clr>
            <a:srgbClr val="FBAE40"/>
          </p15:clr>
        </p15:guide>
        <p15:guide id="5" orient="horz" pos="4000">
          <p15:clr>
            <a:srgbClr val="FBAE40"/>
          </p15:clr>
        </p15:guide>
        <p15:guide id="6" pos="314">
          <p15:clr>
            <a:srgbClr val="FBAE40"/>
          </p15:clr>
        </p15:guide>
        <p15:guide id="8" pos="3841">
          <p15:clr>
            <a:srgbClr val="FBAE40"/>
          </p15:clr>
        </p15:guide>
        <p15:guide id="9" orient="horz" pos="31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Cover With Keyvisual Light Blue">
    <p:bg>
      <p:bgPr>
        <a:solidFill>
          <a:srgbClr val="EBF8FF"/>
        </a:solidFill>
        <a:effectLst/>
      </p:bgPr>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287924" y="1858963"/>
            <a:ext cx="4270463" cy="1844550"/>
          </a:xfrm>
        </p:spPr>
        <p:txBody>
          <a:bodyPr anchor="b" anchorCtr="0">
            <a:noAutofit/>
          </a:bodyPr>
          <a:lstStyle>
            <a:lvl1pPr>
              <a:lnSpc>
                <a:spcPct val="90000"/>
              </a:lnSpc>
              <a:defRPr sz="3199" b="0" i="0">
                <a:solidFill>
                  <a:srgbClr val="002A86"/>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 </a:t>
            </a:r>
            <a:br>
              <a:rPr lang="en-US" dirty="0"/>
            </a:br>
            <a:r>
              <a:rPr lang="en-US" dirty="0"/>
              <a:t>and here</a:t>
            </a:r>
            <a:endParaRPr lang="de-DE" sz="3599" kern="0" dirty="0">
              <a:ea typeface="72 Brand" pitchFamily="34" charset="-128"/>
              <a:cs typeface="72 Brand" pitchFamily="34" charset="-128"/>
            </a:endParaRPr>
          </a:p>
        </p:txBody>
      </p:sp>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261" y="4027469"/>
            <a:ext cx="4270463" cy="503434"/>
          </a:xfrm>
          <a:prstGeom prst="rect">
            <a:avLst/>
          </a:prstGeom>
        </p:spPr>
        <p:txBody>
          <a:bodyPr anchor="b" anchorCtr="0">
            <a:normAutofit/>
          </a:bodyPr>
          <a:lstStyle>
            <a:lvl1pPr marL="0" marR="0" indent="0" algn="l" defTabSz="1088231"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rgbClr val="002A86"/>
                </a:solidFill>
              </a:defRPr>
            </a:lvl1pPr>
          </a:lstStyle>
          <a:p>
            <a:pPr lvl="0"/>
            <a:r>
              <a:rPr lang="en-US" dirty="0"/>
              <a:t>Speaker Name, SAP</a:t>
            </a:r>
          </a:p>
          <a:p>
            <a:pPr marL="0" marR="0" lvl="0" indent="0" algn="l" defTabSz="1088231" rtl="0" eaLnBrk="1" fontAlgn="auto" latinLnBrk="0" hangingPunct="1">
              <a:lnSpc>
                <a:spcPct val="100000"/>
              </a:lnSpc>
              <a:spcBef>
                <a:spcPts val="0"/>
              </a:spcBef>
              <a:spcAft>
                <a:spcPts val="0"/>
              </a:spcAft>
              <a:buClrTx/>
              <a:buSzPct val="80000"/>
              <a:buFont typeface="72 Brand" panose="02000000000000000000" pitchFamily="2" charset="0"/>
              <a:buNone/>
              <a:tabLst/>
              <a:defRPr/>
            </a:pPr>
            <a:r>
              <a:rPr lang="en-US" dirty="0"/>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261" y="4623707"/>
            <a:ext cx="4270463" cy="231153"/>
          </a:xfrm>
          <a:prstGeom prst="rect">
            <a:avLst/>
          </a:prstGeom>
        </p:spPr>
        <p:txBody>
          <a:bodyPr>
            <a:normAutofit/>
          </a:bodyPr>
          <a:lstStyle>
            <a:lvl1pPr marL="0" marR="0" indent="0" algn="l" defTabSz="1088231" rtl="0" eaLnBrk="1" fontAlgn="auto" latinLnBrk="0" hangingPunct="1">
              <a:lnSpc>
                <a:spcPct val="100000"/>
              </a:lnSpc>
              <a:spcBef>
                <a:spcPts val="1799"/>
              </a:spcBef>
              <a:spcAft>
                <a:spcPts val="0"/>
              </a:spcAft>
              <a:buClrTx/>
              <a:buSzPct val="80000"/>
              <a:buFont typeface="72 Brand" panose="02000000000000000000" pitchFamily="2" charset="0"/>
              <a:buChar char="​"/>
              <a:tabLst/>
              <a:defRPr sz="1400">
                <a:solidFill>
                  <a:srgbClr val="002A86"/>
                </a:solidFill>
              </a:defRPr>
            </a:lvl1pPr>
          </a:lstStyle>
          <a:p>
            <a:pPr marL="0" marR="0" lvl="0" indent="0" algn="l" defTabSz="1088231" rtl="0" eaLnBrk="1" fontAlgn="auto" latinLnBrk="0" hangingPunct="1">
              <a:lnSpc>
                <a:spcPct val="100000"/>
              </a:lnSpc>
              <a:spcBef>
                <a:spcPts val="1799"/>
              </a:spcBef>
              <a:spcAft>
                <a:spcPts val="0"/>
              </a:spcAft>
              <a:buClrTx/>
              <a:buSzPct val="80000"/>
              <a:buFont typeface="72 Brand" panose="02000000000000000000" pitchFamily="2" charset="0"/>
              <a:buChar char="​"/>
              <a:tabLst/>
              <a:defRPr/>
            </a:pPr>
            <a:r>
              <a:rPr lang="en-US"/>
              <a:t>Month Year</a:t>
            </a:r>
          </a:p>
        </p:txBody>
      </p:sp>
      <p:pic>
        <p:nvPicPr>
          <p:cNvPr id="3" name="Picture 2">
            <a:extLst>
              <a:ext uri="{FF2B5EF4-FFF2-40B4-BE49-F238E27FC236}">
                <a16:creationId xmlns:a16="http://schemas.microsoft.com/office/drawing/2014/main" id="{CC50B4BD-0486-A000-F88E-89BE29A25CBE}"/>
              </a:ext>
            </a:extLst>
          </p:cNvPr>
          <p:cNvPicPr>
            <a:picLocks noChangeAspect="1"/>
          </p:cNvPicPr>
          <p:nvPr userDrawn="1"/>
        </p:nvPicPr>
        <p:blipFill>
          <a:blip r:embed="rId2"/>
          <a:srcRect/>
          <a:stretch/>
        </p:blipFill>
        <p:spPr>
          <a:xfrm>
            <a:off x="282502" y="6213693"/>
            <a:ext cx="1768939" cy="360000"/>
          </a:xfrm>
          <a:prstGeom prst="rect">
            <a:avLst/>
          </a:prstGeom>
        </p:spPr>
      </p:pic>
      <p:pic>
        <p:nvPicPr>
          <p:cNvPr id="6" name="object 10">
            <a:extLst>
              <a:ext uri="{FF2B5EF4-FFF2-40B4-BE49-F238E27FC236}">
                <a16:creationId xmlns:a16="http://schemas.microsoft.com/office/drawing/2014/main" id="{92D6A363-6BEF-2C40-6B0A-34B319255EDB}"/>
              </a:ext>
            </a:extLst>
          </p:cNvPr>
          <p:cNvPicPr/>
          <p:nvPr userDrawn="1"/>
        </p:nvPicPr>
        <p:blipFill>
          <a:blip r:embed="rId3"/>
          <a:srcRect/>
          <a:stretch/>
        </p:blipFill>
        <p:spPr>
          <a:xfrm>
            <a:off x="293261" y="284307"/>
            <a:ext cx="1516143" cy="214362"/>
          </a:xfrm>
          <a:prstGeom prst="rect">
            <a:avLst/>
          </a:prstGeom>
        </p:spPr>
      </p:pic>
      <p:pic>
        <p:nvPicPr>
          <p:cNvPr id="7" name="Grafik 6" descr="Ein Bild, das Grafiken, Screenshot, Farbigkeit, Grafikdesign enthält.&#10;&#10;KI-generierte Inhalte können fehlerhaft sein.">
            <a:extLst>
              <a:ext uri="{FF2B5EF4-FFF2-40B4-BE49-F238E27FC236}">
                <a16:creationId xmlns:a16="http://schemas.microsoft.com/office/drawing/2014/main" id="{BA2DCB41-EB4A-3009-CBEE-99B35A164510}"/>
              </a:ext>
            </a:extLst>
          </p:cNvPr>
          <p:cNvPicPr>
            <a:picLocks noChangeAspect="1"/>
          </p:cNvPicPr>
          <p:nvPr userDrawn="1"/>
        </p:nvPicPr>
        <p:blipFill>
          <a:blip r:embed="rId4"/>
          <a:stretch>
            <a:fillRect/>
          </a:stretch>
        </p:blipFill>
        <p:spPr>
          <a:xfrm>
            <a:off x="5125471" y="1301192"/>
            <a:ext cx="6364687" cy="3671500"/>
          </a:xfrm>
          <a:prstGeom prst="rect">
            <a:avLst/>
          </a:prstGeom>
        </p:spPr>
      </p:pic>
    </p:spTree>
    <p:extLst>
      <p:ext uri="{BB962C8B-B14F-4D97-AF65-F5344CB8AC3E}">
        <p14:creationId xmlns:p14="http://schemas.microsoft.com/office/powerpoint/2010/main" val="1384557862"/>
      </p:ext>
    </p:extLst>
  </p:cSld>
  <p:clrMapOvr>
    <a:masterClrMapping/>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3869" y="505381"/>
            <a:ext cx="5209643" cy="369204"/>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3869" y="1548000"/>
            <a:ext cx="6211066" cy="4787900"/>
          </a:xfrm>
        </p:spPr>
        <p:txBody>
          <a:bodyPr/>
          <a:lstStyle>
            <a:lvl1pPr>
              <a:defRPr/>
            </a:lvl1pPr>
          </a:lstStyle>
          <a:p>
            <a:pPr lvl="0"/>
            <a:r>
              <a:rPr lang="en-US"/>
              <a:t>Agenda Item/Divider Headline</a:t>
            </a:r>
          </a:p>
          <a:p>
            <a:pPr lvl="1"/>
            <a:r>
              <a:rPr lang="en-US"/>
              <a:t>Details</a:t>
            </a:r>
          </a:p>
        </p:txBody>
      </p:sp>
      <p:sp>
        <p:nvSpPr>
          <p:cNvPr id="11" name="Picture Placeholder 1/3 right">
            <a:extLst>
              <a:ext uri="{FF2B5EF4-FFF2-40B4-BE49-F238E27FC236}">
                <a16:creationId xmlns:a16="http://schemas.microsoft.com/office/drawing/2014/main" id="{DBDDA8C9-7B43-6F20-0BFB-64A2FA0DFDAC}"/>
              </a:ext>
            </a:extLst>
          </p:cNvPr>
          <p:cNvSpPr>
            <a:spLocks noGrp="1"/>
          </p:cNvSpPr>
          <p:nvPr>
            <p:ph type="pic" sz="quarter" idx="10" hasCustomPrompt="1"/>
          </p:nvPr>
        </p:nvSpPr>
        <p:spPr bwMode="gray">
          <a:xfrm>
            <a:off x="7362269" y="0"/>
            <a:ext cx="4829731" cy="6858000"/>
          </a:xfrm>
          <a:noFill/>
        </p:spPr>
        <p:txBody>
          <a:bodyPr vert="horz" lIns="0" tIns="2448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54906137"/>
      </p:ext>
    </p:extLst>
  </p:cSld>
  <p:clrMapOvr>
    <a:masterClrMapping/>
  </p:clrMapOvr>
  <p:extLst>
    <p:ext uri="{DCECCB84-F9BA-43D5-87BE-67443E8EF086}">
      <p15:sldGuideLst xmlns:p15="http://schemas.microsoft.com/office/powerpoint/2012/main">
        <p15:guide id="1" pos="311">
          <p15:clr>
            <a:srgbClr val="FBAE40"/>
          </p15:clr>
        </p15:guide>
        <p15:guide id="2" orient="horz" pos="970">
          <p15:clr>
            <a:srgbClr val="FBAE40"/>
          </p15:clr>
        </p15:guide>
        <p15:guide id="3" pos="7364">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Nur Titel">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3593560818"/>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17" Type="http://schemas.openxmlformats.org/officeDocument/2006/relationships/tags" Target="../tags/tag83.xml"/><Relationship Id="rId21" Type="http://schemas.openxmlformats.org/officeDocument/2006/relationships/slideLayout" Target="../slideLayouts/slideLayout32.xml"/><Relationship Id="rId42" Type="http://schemas.openxmlformats.org/officeDocument/2006/relationships/tags" Target="../tags/tag8.xml"/><Relationship Id="rId63" Type="http://schemas.openxmlformats.org/officeDocument/2006/relationships/tags" Target="../tags/tag29.xml"/><Relationship Id="rId84" Type="http://schemas.openxmlformats.org/officeDocument/2006/relationships/tags" Target="../tags/tag50.xml"/><Relationship Id="rId138" Type="http://schemas.openxmlformats.org/officeDocument/2006/relationships/tags" Target="../tags/tag104.xml"/><Relationship Id="rId159" Type="http://schemas.openxmlformats.org/officeDocument/2006/relationships/oleObject" Target="../embeddings/oleObject1.bin"/><Relationship Id="rId107" Type="http://schemas.openxmlformats.org/officeDocument/2006/relationships/tags" Target="../tags/tag73.xml"/><Relationship Id="rId11" Type="http://schemas.openxmlformats.org/officeDocument/2006/relationships/slideLayout" Target="../slideLayouts/slideLayout22.xml"/><Relationship Id="rId32" Type="http://schemas.openxmlformats.org/officeDocument/2006/relationships/slideLayout" Target="../slideLayouts/slideLayout43.xml"/><Relationship Id="rId53" Type="http://schemas.openxmlformats.org/officeDocument/2006/relationships/tags" Target="../tags/tag19.xml"/><Relationship Id="rId74" Type="http://schemas.openxmlformats.org/officeDocument/2006/relationships/tags" Target="../tags/tag40.xml"/><Relationship Id="rId128" Type="http://schemas.openxmlformats.org/officeDocument/2006/relationships/tags" Target="../tags/tag94.xml"/><Relationship Id="rId149" Type="http://schemas.openxmlformats.org/officeDocument/2006/relationships/tags" Target="../tags/tag115.xml"/><Relationship Id="rId5" Type="http://schemas.openxmlformats.org/officeDocument/2006/relationships/slideLayout" Target="../slideLayouts/slideLayout16.xml"/><Relationship Id="rId95" Type="http://schemas.openxmlformats.org/officeDocument/2006/relationships/tags" Target="../tags/tag61.xml"/><Relationship Id="rId160" Type="http://schemas.openxmlformats.org/officeDocument/2006/relationships/image" Target="../media/image1.emf"/><Relationship Id="rId22" Type="http://schemas.openxmlformats.org/officeDocument/2006/relationships/slideLayout" Target="../slideLayouts/slideLayout33.xml"/><Relationship Id="rId43" Type="http://schemas.openxmlformats.org/officeDocument/2006/relationships/tags" Target="../tags/tag9.xml"/><Relationship Id="rId64" Type="http://schemas.openxmlformats.org/officeDocument/2006/relationships/tags" Target="../tags/tag30.xml"/><Relationship Id="rId118" Type="http://schemas.openxmlformats.org/officeDocument/2006/relationships/tags" Target="../tags/tag84.xml"/><Relationship Id="rId139" Type="http://schemas.openxmlformats.org/officeDocument/2006/relationships/tags" Target="../tags/tag105.xml"/><Relationship Id="rId80" Type="http://schemas.openxmlformats.org/officeDocument/2006/relationships/tags" Target="../tags/tag46.xml"/><Relationship Id="rId85" Type="http://schemas.openxmlformats.org/officeDocument/2006/relationships/tags" Target="../tags/tag51.xml"/><Relationship Id="rId150" Type="http://schemas.openxmlformats.org/officeDocument/2006/relationships/tags" Target="../tags/tag116.xml"/><Relationship Id="rId155" Type="http://schemas.openxmlformats.org/officeDocument/2006/relationships/tags" Target="../tags/tag121.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33" Type="http://schemas.openxmlformats.org/officeDocument/2006/relationships/slideLayout" Target="../slideLayouts/slideLayout44.xml"/><Relationship Id="rId38" Type="http://schemas.openxmlformats.org/officeDocument/2006/relationships/tags" Target="../tags/tag4.xml"/><Relationship Id="rId59" Type="http://schemas.openxmlformats.org/officeDocument/2006/relationships/tags" Target="../tags/tag25.xml"/><Relationship Id="rId103" Type="http://schemas.openxmlformats.org/officeDocument/2006/relationships/tags" Target="../tags/tag69.xml"/><Relationship Id="rId108" Type="http://schemas.openxmlformats.org/officeDocument/2006/relationships/tags" Target="../tags/tag74.xml"/><Relationship Id="rId124" Type="http://schemas.openxmlformats.org/officeDocument/2006/relationships/tags" Target="../tags/tag90.xml"/><Relationship Id="rId129" Type="http://schemas.openxmlformats.org/officeDocument/2006/relationships/tags" Target="../tags/tag95.xml"/><Relationship Id="rId54" Type="http://schemas.openxmlformats.org/officeDocument/2006/relationships/tags" Target="../tags/tag20.xml"/><Relationship Id="rId70" Type="http://schemas.openxmlformats.org/officeDocument/2006/relationships/tags" Target="../tags/tag36.xml"/><Relationship Id="rId75" Type="http://schemas.openxmlformats.org/officeDocument/2006/relationships/tags" Target="../tags/tag41.xml"/><Relationship Id="rId91" Type="http://schemas.openxmlformats.org/officeDocument/2006/relationships/tags" Target="../tags/tag57.xml"/><Relationship Id="rId96" Type="http://schemas.openxmlformats.org/officeDocument/2006/relationships/tags" Target="../tags/tag62.xml"/><Relationship Id="rId140" Type="http://schemas.openxmlformats.org/officeDocument/2006/relationships/tags" Target="../tags/tag106.xml"/><Relationship Id="rId145" Type="http://schemas.openxmlformats.org/officeDocument/2006/relationships/tags" Target="../tags/tag11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49" Type="http://schemas.openxmlformats.org/officeDocument/2006/relationships/tags" Target="../tags/tag15.xml"/><Relationship Id="rId114" Type="http://schemas.openxmlformats.org/officeDocument/2006/relationships/tags" Target="../tags/tag80.xml"/><Relationship Id="rId119" Type="http://schemas.openxmlformats.org/officeDocument/2006/relationships/tags" Target="../tags/tag85.xml"/><Relationship Id="rId44" Type="http://schemas.openxmlformats.org/officeDocument/2006/relationships/tags" Target="../tags/tag10.xml"/><Relationship Id="rId60" Type="http://schemas.openxmlformats.org/officeDocument/2006/relationships/tags" Target="../tags/tag26.xml"/><Relationship Id="rId65" Type="http://schemas.openxmlformats.org/officeDocument/2006/relationships/tags" Target="../tags/tag31.xml"/><Relationship Id="rId81" Type="http://schemas.openxmlformats.org/officeDocument/2006/relationships/tags" Target="../tags/tag47.xml"/><Relationship Id="rId86" Type="http://schemas.openxmlformats.org/officeDocument/2006/relationships/tags" Target="../tags/tag52.xml"/><Relationship Id="rId130" Type="http://schemas.openxmlformats.org/officeDocument/2006/relationships/tags" Target="../tags/tag96.xml"/><Relationship Id="rId135" Type="http://schemas.openxmlformats.org/officeDocument/2006/relationships/tags" Target="../tags/tag101.xml"/><Relationship Id="rId151" Type="http://schemas.openxmlformats.org/officeDocument/2006/relationships/tags" Target="../tags/tag117.xml"/><Relationship Id="rId156" Type="http://schemas.openxmlformats.org/officeDocument/2006/relationships/tags" Target="../tags/tag122.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9" Type="http://schemas.openxmlformats.org/officeDocument/2006/relationships/tags" Target="../tags/tag5.xml"/><Relationship Id="rId109" Type="http://schemas.openxmlformats.org/officeDocument/2006/relationships/tags" Target="../tags/tag75.xml"/><Relationship Id="rId34" Type="http://schemas.openxmlformats.org/officeDocument/2006/relationships/theme" Target="../theme/theme2.xml"/><Relationship Id="rId50" Type="http://schemas.openxmlformats.org/officeDocument/2006/relationships/tags" Target="../tags/tag16.xml"/><Relationship Id="rId55" Type="http://schemas.openxmlformats.org/officeDocument/2006/relationships/tags" Target="../tags/tag21.xml"/><Relationship Id="rId76" Type="http://schemas.openxmlformats.org/officeDocument/2006/relationships/tags" Target="../tags/tag42.xml"/><Relationship Id="rId97" Type="http://schemas.openxmlformats.org/officeDocument/2006/relationships/tags" Target="../tags/tag63.xml"/><Relationship Id="rId104" Type="http://schemas.openxmlformats.org/officeDocument/2006/relationships/tags" Target="../tags/tag70.xml"/><Relationship Id="rId120" Type="http://schemas.openxmlformats.org/officeDocument/2006/relationships/tags" Target="../tags/tag86.xml"/><Relationship Id="rId125" Type="http://schemas.openxmlformats.org/officeDocument/2006/relationships/tags" Target="../tags/tag91.xml"/><Relationship Id="rId141" Type="http://schemas.openxmlformats.org/officeDocument/2006/relationships/tags" Target="../tags/tag107.xml"/><Relationship Id="rId146" Type="http://schemas.openxmlformats.org/officeDocument/2006/relationships/tags" Target="../tags/tag112.xml"/><Relationship Id="rId7" Type="http://schemas.openxmlformats.org/officeDocument/2006/relationships/slideLayout" Target="../slideLayouts/slideLayout18.xml"/><Relationship Id="rId71" Type="http://schemas.openxmlformats.org/officeDocument/2006/relationships/tags" Target="../tags/tag37.xml"/><Relationship Id="rId92" Type="http://schemas.openxmlformats.org/officeDocument/2006/relationships/tags" Target="../tags/tag58.xml"/><Relationship Id="rId2" Type="http://schemas.openxmlformats.org/officeDocument/2006/relationships/slideLayout" Target="../slideLayouts/slideLayout13.xml"/><Relationship Id="rId29" Type="http://schemas.openxmlformats.org/officeDocument/2006/relationships/slideLayout" Target="../slideLayouts/slideLayout40.xml"/><Relationship Id="rId24" Type="http://schemas.openxmlformats.org/officeDocument/2006/relationships/slideLayout" Target="../slideLayouts/slideLayout35.xml"/><Relationship Id="rId40" Type="http://schemas.openxmlformats.org/officeDocument/2006/relationships/tags" Target="../tags/tag6.xml"/><Relationship Id="rId45" Type="http://schemas.openxmlformats.org/officeDocument/2006/relationships/tags" Target="../tags/tag11.xml"/><Relationship Id="rId66" Type="http://schemas.openxmlformats.org/officeDocument/2006/relationships/tags" Target="../tags/tag32.xml"/><Relationship Id="rId87" Type="http://schemas.openxmlformats.org/officeDocument/2006/relationships/tags" Target="../tags/tag53.xml"/><Relationship Id="rId110" Type="http://schemas.openxmlformats.org/officeDocument/2006/relationships/tags" Target="../tags/tag76.xml"/><Relationship Id="rId115" Type="http://schemas.openxmlformats.org/officeDocument/2006/relationships/tags" Target="../tags/tag81.xml"/><Relationship Id="rId131" Type="http://schemas.openxmlformats.org/officeDocument/2006/relationships/tags" Target="../tags/tag97.xml"/><Relationship Id="rId136" Type="http://schemas.openxmlformats.org/officeDocument/2006/relationships/tags" Target="../tags/tag102.xml"/><Relationship Id="rId157" Type="http://schemas.openxmlformats.org/officeDocument/2006/relationships/tags" Target="../tags/tag123.xml"/><Relationship Id="rId61" Type="http://schemas.openxmlformats.org/officeDocument/2006/relationships/tags" Target="../tags/tag27.xml"/><Relationship Id="rId82" Type="http://schemas.openxmlformats.org/officeDocument/2006/relationships/tags" Target="../tags/tag48.xml"/><Relationship Id="rId152" Type="http://schemas.openxmlformats.org/officeDocument/2006/relationships/tags" Target="../tags/tag118.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30" Type="http://schemas.openxmlformats.org/officeDocument/2006/relationships/slideLayout" Target="../slideLayouts/slideLayout41.xml"/><Relationship Id="rId35" Type="http://schemas.openxmlformats.org/officeDocument/2006/relationships/tags" Target="../tags/tag1.xml"/><Relationship Id="rId56" Type="http://schemas.openxmlformats.org/officeDocument/2006/relationships/tags" Target="../tags/tag22.xml"/><Relationship Id="rId77" Type="http://schemas.openxmlformats.org/officeDocument/2006/relationships/tags" Target="../tags/tag43.xml"/><Relationship Id="rId100" Type="http://schemas.openxmlformats.org/officeDocument/2006/relationships/tags" Target="../tags/tag66.xml"/><Relationship Id="rId105" Type="http://schemas.openxmlformats.org/officeDocument/2006/relationships/tags" Target="../tags/tag71.xml"/><Relationship Id="rId126" Type="http://schemas.openxmlformats.org/officeDocument/2006/relationships/tags" Target="../tags/tag92.xml"/><Relationship Id="rId147" Type="http://schemas.openxmlformats.org/officeDocument/2006/relationships/tags" Target="../tags/tag113.xml"/><Relationship Id="rId8" Type="http://schemas.openxmlformats.org/officeDocument/2006/relationships/slideLayout" Target="../slideLayouts/slideLayout19.xml"/><Relationship Id="rId51" Type="http://schemas.openxmlformats.org/officeDocument/2006/relationships/tags" Target="../tags/tag17.xml"/><Relationship Id="rId72" Type="http://schemas.openxmlformats.org/officeDocument/2006/relationships/tags" Target="../tags/tag38.xml"/><Relationship Id="rId93" Type="http://schemas.openxmlformats.org/officeDocument/2006/relationships/tags" Target="../tags/tag59.xml"/><Relationship Id="rId98" Type="http://schemas.openxmlformats.org/officeDocument/2006/relationships/tags" Target="../tags/tag64.xml"/><Relationship Id="rId121" Type="http://schemas.openxmlformats.org/officeDocument/2006/relationships/tags" Target="../tags/tag87.xml"/><Relationship Id="rId142" Type="http://schemas.openxmlformats.org/officeDocument/2006/relationships/tags" Target="../tags/tag108.xml"/><Relationship Id="rId3" Type="http://schemas.openxmlformats.org/officeDocument/2006/relationships/slideLayout" Target="../slideLayouts/slideLayout14.xml"/><Relationship Id="rId25" Type="http://schemas.openxmlformats.org/officeDocument/2006/relationships/slideLayout" Target="../slideLayouts/slideLayout36.xml"/><Relationship Id="rId46" Type="http://schemas.openxmlformats.org/officeDocument/2006/relationships/tags" Target="../tags/tag12.xml"/><Relationship Id="rId67" Type="http://schemas.openxmlformats.org/officeDocument/2006/relationships/tags" Target="../tags/tag33.xml"/><Relationship Id="rId116" Type="http://schemas.openxmlformats.org/officeDocument/2006/relationships/tags" Target="../tags/tag82.xml"/><Relationship Id="rId137" Type="http://schemas.openxmlformats.org/officeDocument/2006/relationships/tags" Target="../tags/tag103.xml"/><Relationship Id="rId158" Type="http://schemas.openxmlformats.org/officeDocument/2006/relationships/tags" Target="../tags/tag124.xml"/><Relationship Id="rId20" Type="http://schemas.openxmlformats.org/officeDocument/2006/relationships/slideLayout" Target="../slideLayouts/slideLayout31.xml"/><Relationship Id="rId41" Type="http://schemas.openxmlformats.org/officeDocument/2006/relationships/tags" Target="../tags/tag7.xml"/><Relationship Id="rId62" Type="http://schemas.openxmlformats.org/officeDocument/2006/relationships/tags" Target="../tags/tag28.xml"/><Relationship Id="rId83" Type="http://schemas.openxmlformats.org/officeDocument/2006/relationships/tags" Target="../tags/tag49.xml"/><Relationship Id="rId88" Type="http://schemas.openxmlformats.org/officeDocument/2006/relationships/tags" Target="../tags/tag54.xml"/><Relationship Id="rId111" Type="http://schemas.openxmlformats.org/officeDocument/2006/relationships/tags" Target="../tags/tag77.xml"/><Relationship Id="rId132" Type="http://schemas.openxmlformats.org/officeDocument/2006/relationships/tags" Target="../tags/tag98.xml"/><Relationship Id="rId153" Type="http://schemas.openxmlformats.org/officeDocument/2006/relationships/tags" Target="../tags/tag119.xml"/><Relationship Id="rId15" Type="http://schemas.openxmlformats.org/officeDocument/2006/relationships/slideLayout" Target="../slideLayouts/slideLayout26.xml"/><Relationship Id="rId36" Type="http://schemas.openxmlformats.org/officeDocument/2006/relationships/tags" Target="../tags/tag2.xml"/><Relationship Id="rId57" Type="http://schemas.openxmlformats.org/officeDocument/2006/relationships/tags" Target="../tags/tag23.xml"/><Relationship Id="rId106" Type="http://schemas.openxmlformats.org/officeDocument/2006/relationships/tags" Target="../tags/tag72.xml"/><Relationship Id="rId127" Type="http://schemas.openxmlformats.org/officeDocument/2006/relationships/tags" Target="../tags/tag93.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52" Type="http://schemas.openxmlformats.org/officeDocument/2006/relationships/tags" Target="../tags/tag18.xml"/><Relationship Id="rId73" Type="http://schemas.openxmlformats.org/officeDocument/2006/relationships/tags" Target="../tags/tag39.xml"/><Relationship Id="rId78" Type="http://schemas.openxmlformats.org/officeDocument/2006/relationships/tags" Target="../tags/tag44.xml"/><Relationship Id="rId94" Type="http://schemas.openxmlformats.org/officeDocument/2006/relationships/tags" Target="../tags/tag60.xml"/><Relationship Id="rId99" Type="http://schemas.openxmlformats.org/officeDocument/2006/relationships/tags" Target="../tags/tag65.xml"/><Relationship Id="rId101" Type="http://schemas.openxmlformats.org/officeDocument/2006/relationships/tags" Target="../tags/tag67.xml"/><Relationship Id="rId122" Type="http://schemas.openxmlformats.org/officeDocument/2006/relationships/tags" Target="../tags/tag88.xml"/><Relationship Id="rId143" Type="http://schemas.openxmlformats.org/officeDocument/2006/relationships/tags" Target="../tags/tag109.xml"/><Relationship Id="rId148" Type="http://schemas.openxmlformats.org/officeDocument/2006/relationships/tags" Target="../tags/tag1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47" Type="http://schemas.openxmlformats.org/officeDocument/2006/relationships/tags" Target="../tags/tag13.xml"/><Relationship Id="rId68" Type="http://schemas.openxmlformats.org/officeDocument/2006/relationships/tags" Target="../tags/tag34.xml"/><Relationship Id="rId89" Type="http://schemas.openxmlformats.org/officeDocument/2006/relationships/tags" Target="../tags/tag55.xml"/><Relationship Id="rId112" Type="http://schemas.openxmlformats.org/officeDocument/2006/relationships/tags" Target="../tags/tag78.xml"/><Relationship Id="rId133" Type="http://schemas.openxmlformats.org/officeDocument/2006/relationships/tags" Target="../tags/tag99.xml"/><Relationship Id="rId154" Type="http://schemas.openxmlformats.org/officeDocument/2006/relationships/tags" Target="../tags/tag120.xml"/><Relationship Id="rId16" Type="http://schemas.openxmlformats.org/officeDocument/2006/relationships/slideLayout" Target="../slideLayouts/slideLayout27.xml"/><Relationship Id="rId37" Type="http://schemas.openxmlformats.org/officeDocument/2006/relationships/tags" Target="../tags/tag3.xml"/><Relationship Id="rId58" Type="http://schemas.openxmlformats.org/officeDocument/2006/relationships/tags" Target="../tags/tag24.xml"/><Relationship Id="rId79" Type="http://schemas.openxmlformats.org/officeDocument/2006/relationships/tags" Target="../tags/tag45.xml"/><Relationship Id="rId102" Type="http://schemas.openxmlformats.org/officeDocument/2006/relationships/tags" Target="../tags/tag68.xml"/><Relationship Id="rId123" Type="http://schemas.openxmlformats.org/officeDocument/2006/relationships/tags" Target="../tags/tag89.xml"/><Relationship Id="rId144" Type="http://schemas.openxmlformats.org/officeDocument/2006/relationships/tags" Target="../tags/tag110.xml"/><Relationship Id="rId90" Type="http://schemas.openxmlformats.org/officeDocument/2006/relationships/tags" Target="../tags/tag56.xml"/><Relationship Id="rId27" Type="http://schemas.openxmlformats.org/officeDocument/2006/relationships/slideLayout" Target="../slideLayouts/slideLayout38.xml"/><Relationship Id="rId48" Type="http://schemas.openxmlformats.org/officeDocument/2006/relationships/tags" Target="../tags/tag14.xml"/><Relationship Id="rId69" Type="http://schemas.openxmlformats.org/officeDocument/2006/relationships/tags" Target="../tags/tag35.xml"/><Relationship Id="rId113" Type="http://schemas.openxmlformats.org/officeDocument/2006/relationships/tags" Target="../tags/tag79.xml"/><Relationship Id="rId134" Type="http://schemas.openxmlformats.org/officeDocument/2006/relationships/tags" Target="../tags/tag10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500AF7-6E74-6F86-1782-283BF3640B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C60E73-0411-0432-16C5-A5A0DB7400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8C51BA-B5C1-28B2-B567-45EAE5BEF8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351748-804B-D34E-8034-F461705965E3}" type="datetimeFigureOut">
              <a:rPr lang="en-US" smtClean="0"/>
              <a:t>10/22/25</a:t>
            </a:fld>
            <a:endParaRPr lang="en-US"/>
          </a:p>
        </p:txBody>
      </p:sp>
      <p:sp>
        <p:nvSpPr>
          <p:cNvPr id="5" name="Footer Placeholder 4">
            <a:extLst>
              <a:ext uri="{FF2B5EF4-FFF2-40B4-BE49-F238E27FC236}">
                <a16:creationId xmlns:a16="http://schemas.microsoft.com/office/drawing/2014/main" id="{837F1D4D-9121-3940-5973-1259086558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EE0956D-B9FA-D17F-7FF7-A418931AD0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54D605-078A-0149-B764-61EA7FEDBCAA}" type="slidenum">
              <a:rPr lang="en-US" smtClean="0"/>
              <a:t>‹#›</a:t>
            </a:fld>
            <a:endParaRPr lang="en-US"/>
          </a:p>
        </p:txBody>
      </p:sp>
    </p:spTree>
    <p:extLst>
      <p:ext uri="{BB962C8B-B14F-4D97-AF65-F5344CB8AC3E}">
        <p14:creationId xmlns:p14="http://schemas.microsoft.com/office/powerpoint/2010/main" val="4751318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42" name="think-cell data - do not delete" hidden="1">
            <a:extLst>
              <a:ext uri="{FF2B5EF4-FFF2-40B4-BE49-F238E27FC236}">
                <a16:creationId xmlns:a16="http://schemas.microsoft.com/office/drawing/2014/main" id="{2E9BE713-E904-2A0D-4DCF-E435692171AE}"/>
              </a:ext>
            </a:extLst>
          </p:cNvPr>
          <p:cNvGraphicFramePr>
            <a:graphicFrameLocks noChangeAspect="1"/>
          </p:cNvGraphicFramePr>
          <p:nvPr userDrawn="1">
            <p:custDataLst>
              <p:tags r:id="rId35"/>
            </p:custDataLst>
            <p:extLst>
              <p:ext uri="{D42A27DB-BD31-4B8C-83A1-F6EECF244321}">
                <p14:modId xmlns:p14="http://schemas.microsoft.com/office/powerpoint/2010/main" val="3949964795"/>
              </p:ext>
            </p:extLst>
          </p:nvPr>
        </p:nvGraphicFramePr>
        <p:xfrm>
          <a:off x="1587" y="1588"/>
          <a:ext cx="1588" cy="1588"/>
        </p:xfrm>
        <a:graphic>
          <a:graphicData uri="http://schemas.openxmlformats.org/presentationml/2006/ole">
            <mc:AlternateContent xmlns:mc="http://schemas.openxmlformats.org/markup-compatibility/2006">
              <mc:Choice xmlns:v="urn:schemas-microsoft-com:vml" Requires="v">
                <p:oleObj name="think-cell Slide" r:id="rId159" imgW="360" imgH="360" progId="TCLayout.ActiveDocument.1">
                  <p:embed/>
                </p:oleObj>
              </mc:Choice>
              <mc:Fallback>
                <p:oleObj name="think-cell Slide" r:id="rId159" imgW="360" imgH="360" progId="TCLayout.ActiveDocument.1">
                  <p:embed/>
                  <p:pic>
                    <p:nvPicPr>
                      <p:cNvPr id="142" name="think-cell data - do not delete" hidden="1">
                        <a:extLst>
                          <a:ext uri="{FF2B5EF4-FFF2-40B4-BE49-F238E27FC236}">
                            <a16:creationId xmlns:a16="http://schemas.microsoft.com/office/drawing/2014/main" id="{2E9BE713-E904-2A0D-4DCF-E435692171AE}"/>
                          </a:ext>
                        </a:extLst>
                      </p:cNvPr>
                      <p:cNvPicPr/>
                      <p:nvPr/>
                    </p:nvPicPr>
                    <p:blipFill>
                      <a:blip r:embed="rId160"/>
                      <a:stretch>
                        <a:fillRect/>
                      </a:stretch>
                    </p:blipFill>
                    <p:spPr>
                      <a:xfrm>
                        <a:off x="1587" y="1588"/>
                        <a:ext cx="1588" cy="1588"/>
                      </a:xfrm>
                      <a:prstGeom prst="rect">
                        <a:avLst/>
                      </a:prstGeom>
                    </p:spPr>
                  </p:pic>
                </p:oleObj>
              </mc:Fallback>
            </mc:AlternateContent>
          </a:graphicData>
        </a:graphic>
      </p:graphicFrame>
      <p:sp>
        <p:nvSpPr>
          <p:cNvPr id="4" name="Background">
            <a:extLst>
              <a:ext uri="{FF2B5EF4-FFF2-40B4-BE49-F238E27FC236}">
                <a16:creationId xmlns:a16="http://schemas.microsoft.com/office/drawing/2014/main" id="{57293E41-954C-9E9C-7DE2-32FEDBD5A1C6}"/>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dirty="0">
              <a:ln>
                <a:noFill/>
              </a:ln>
              <a:effectLst/>
              <a:uLnTx/>
              <a:uFillTx/>
              <a:latin typeface="72 Brand" panose="020B0504030603020204" pitchFamily="34" charset="0"/>
              <a:ea typeface="Arial Unicode MS" pitchFamily="34" charset="-128"/>
              <a:cs typeface="Arial Unicode MS" pitchFamily="34" charset="-128"/>
            </a:endParaRPr>
          </a:p>
        </p:txBody>
      </p:sp>
      <p:sp>
        <p:nvSpPr>
          <p:cNvPr id="34" name="Slide number"/>
          <p:cNvSpPr txBox="1"/>
          <p:nvPr userDrawn="1"/>
        </p:nvSpPr>
        <p:spPr bwMode="black">
          <a:xfrm>
            <a:off x="11543201" y="6536752"/>
            <a:ext cx="144232"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dirty="0">
              <a:latin typeface="+mn-lt"/>
            </a:endParaRPr>
          </a:p>
        </p:txBody>
      </p:sp>
      <p:sp>
        <p:nvSpPr>
          <p:cNvPr id="12" name="Copyright Placeholder" descr="{&quot;templafy&quot;:{&quot;id&quot;:&quot;3b36b2aa-ad62-482c-80e7-b84ed5ecd865&quot;}}">
            <a:extLst>
              <a:ext uri="{FF2B5EF4-FFF2-40B4-BE49-F238E27FC236}">
                <a16:creationId xmlns:a16="http://schemas.microsoft.com/office/drawing/2014/main" id="{539D88F9-B48F-F143-B90F-EDFB85A350E8}"/>
              </a:ext>
            </a:extLst>
          </p:cNvPr>
          <p:cNvSpPr txBox="1">
            <a:spLocks/>
          </p:cNvSpPr>
          <p:nvPr userDrawn="1"/>
        </p:nvSpPr>
        <p:spPr>
          <a:xfrm>
            <a:off x="503870" y="6536751"/>
            <a:ext cx="10152956"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endParaRPr lang="en-US" sz="600" b="0" i="0" dirty="0">
              <a:latin typeface="Arial" panose="020B0604020202020204" pitchFamily="34" charset="0"/>
            </a:endParaRPr>
          </a:p>
        </p:txBody>
      </p:sp>
      <p:sp>
        <p:nvSpPr>
          <p:cNvPr id="3" name="Text Placeholder"/>
          <p:cNvSpPr>
            <a:spLocks noGrp="1"/>
          </p:cNvSpPr>
          <p:nvPr userDrawn="1">
            <p:ph type="body" idx="1"/>
          </p:nvPr>
        </p:nvSpPr>
        <p:spPr bwMode="black">
          <a:xfrm>
            <a:off x="503870" y="1548560"/>
            <a:ext cx="11183564" cy="4788000"/>
          </a:xfrm>
          <a:prstGeom prst="rect">
            <a:avLst/>
          </a:prstGeom>
        </p:spPr>
        <p:txBody>
          <a:bodyPr vert="horz" lIns="0" tIns="0" rIns="0" bIns="0" rtlCol="0">
            <a:noAutofit/>
          </a:bodyPr>
          <a:lstStyle/>
          <a:p>
            <a:pPr lvl="0"/>
            <a:r>
              <a:rPr lang="en-GB" dirty="0"/>
              <a:t>Start typing to add text without a bullet point. To add a bullet point, place the cursor at the start of this line and press tab.</a:t>
            </a:r>
            <a:endParaRPr lang="en-US" noProof="0" dirty="0"/>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p:cNvSpPr>
            <a:spLocks noGrp="1"/>
          </p:cNvSpPr>
          <p:nvPr userDrawn="1">
            <p:ph type="title"/>
          </p:nvPr>
        </p:nvSpPr>
        <p:spPr bwMode="black">
          <a:xfrm>
            <a:off x="503870" y="504000"/>
            <a:ext cx="11183564"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36"/>
            </p:custDataLst>
          </p:nvPr>
        </p:nvGrpSpPr>
        <p:grpSpPr>
          <a:xfrm>
            <a:off x="3937773" y="3978000"/>
            <a:ext cx="1024611"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55"/>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56"/>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57"/>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58"/>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37"/>
            </p:custDataLst>
          </p:nvPr>
        </p:nvGrpSpPr>
        <p:grpSpPr>
          <a:xfrm>
            <a:off x="5390102" y="3978000"/>
            <a:ext cx="1024611"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50"/>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51"/>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53"/>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54"/>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38"/>
            </p:custDataLst>
          </p:nvPr>
        </p:nvGrpSpPr>
        <p:grpSpPr>
          <a:xfrm>
            <a:off x="6842432" y="3978000"/>
            <a:ext cx="1024611"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41"/>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44"/>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45"/>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46"/>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48"/>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49"/>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39"/>
            </p:custDataLst>
          </p:nvPr>
        </p:nvGrpSpPr>
        <p:grpSpPr>
          <a:xfrm>
            <a:off x="8294762" y="3978000"/>
            <a:ext cx="1024611"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40"/>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36"/>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37"/>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38"/>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39"/>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40"/>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sz="1799" b="0" i="0">
                <a:latin typeface="Arial" panose="020B0604020202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107" y="5984669"/>
            <a:ext cx="10185556"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dirty="0">
                <a:latin typeface="Arial" panose="020B0604020202020204" pitchFamily="34" charset="0"/>
                <a:ea typeface="Arial Unicode MS" pitchFamily="34" charset="-128"/>
                <a:cs typeface="Arial Unicode MS" pitchFamily="34" charset="-128"/>
              </a:rPr>
              <a:t>(r) Footnote</a:t>
            </a:r>
          </a:p>
        </p:txBody>
      </p:sp>
      <p:sp>
        <p:nvSpPr>
          <p:cNvPr id="132" name="Responsible [Sticker]" hidden="1">
            <a:extLst>
              <a:ext uri="{FF2B5EF4-FFF2-40B4-BE49-F238E27FC236}">
                <a16:creationId xmlns:a16="http://schemas.microsoft.com/office/drawing/2014/main" id="{3CB674C2-91C9-46E6-8AB4-E90ABF1CAFE0}"/>
              </a:ext>
            </a:extLst>
          </p:cNvPr>
          <p:cNvSpPr>
            <a:spLocks/>
          </p:cNvSpPr>
          <p:nvPr userDrawn="1"/>
        </p:nvSpPr>
        <p:spPr>
          <a:xfrm>
            <a:off x="10068483" y="896932"/>
            <a:ext cx="2123517" cy="59540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Responsible:</a:t>
            </a:r>
          </a:p>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Name Lastname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Roboto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0875" y="1097679"/>
            <a:ext cx="2478456" cy="1277432"/>
          </a:xfrm>
          <a:prstGeom prst="wedgeRectCallout">
            <a:avLst/>
          </a:prstGeom>
          <a:solidFill>
            <a:srgbClr val="FFFF00"/>
          </a:solidFill>
          <a:ln w="12700" cap="flat" cmpd="sng" algn="ctr">
            <a:solidFill>
              <a:srgbClr val="000000"/>
            </a:solidFill>
            <a:prstDash val="solid"/>
            <a:miter lim="800000"/>
          </a:ln>
          <a:effectLst/>
        </p:spPr>
        <p:txBody>
          <a:bodyPr lIns="143215" tIns="143215" rIns="143215" bIns="143215"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dirty="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dirty="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&lt;/date&gt;: </a:t>
            </a:r>
          </a:p>
          <a:p>
            <a:pPr marL="0" marR="0" lvl="0" indent="0" defTabSz="91412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A0A0A"/>
              </a:solidFill>
              <a:effectLst/>
              <a:uLnTx/>
              <a:uFillTx/>
              <a:latin typeface="Arial" panose="020B0604020202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0875" y="1097671"/>
            <a:ext cx="2478456" cy="1277440"/>
          </a:xfrm>
          <a:prstGeom prst="wedgeRectCallout">
            <a:avLst/>
          </a:prstGeom>
          <a:solidFill>
            <a:srgbClr val="FFFF00"/>
          </a:solidFill>
          <a:ln w="12700" cap="flat" cmpd="sng" algn="ctr">
            <a:solidFill>
              <a:srgbClr val="000000"/>
            </a:solidFill>
            <a:prstDash val="solid"/>
            <a:miter lim="800000"/>
          </a:ln>
          <a:effectLst/>
        </p:spPr>
        <p:txBody>
          <a:bodyPr lIns="143215" tIns="143215" rIns="143215" bIns="143215"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dirty="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dirty="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5884" y="2819463"/>
            <a:ext cx="6360233" cy="1219077"/>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r>
              <a:rPr kumimoji="0" lang="en-US" sz="8797" b="0" i="0" u="none" strike="noStrike" kern="0" cap="none" spc="0" normalizeH="0" baseline="0" noProof="0" dirty="0">
                <a:ln>
                  <a:noFill/>
                </a:ln>
                <a:solidFill>
                  <a:schemeClr val="tx2"/>
                </a:solidFill>
                <a:effectLst/>
                <a:uLnTx/>
                <a:uFillTx/>
                <a:latin typeface="Arial" panose="020B0604020202020204" pitchFamily="34" charset="0"/>
                <a:ea typeface="Arial Unicode MS" pitchFamily="34" charset="-128"/>
                <a:cs typeface="Arial Unicode MS" pitchFamily="34" charset="-128"/>
              </a:rPr>
              <a:t>DRAFT</a:t>
            </a:r>
          </a:p>
        </p:txBody>
      </p:sp>
    </p:spTree>
    <p:extLst>
      <p:ext uri="{BB962C8B-B14F-4D97-AF65-F5344CB8AC3E}">
        <p14:creationId xmlns:p14="http://schemas.microsoft.com/office/powerpoint/2010/main" val="998565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Lst>
  <p:hf hdr="0" ftr="0" dt="0"/>
  <p:txStyles>
    <p:titleStyle>
      <a:lvl1pPr algn="l" defTabSz="1088231" rtl="0" eaLnBrk="1" latinLnBrk="0" hangingPunct="1">
        <a:spcBef>
          <a:spcPct val="0"/>
        </a:spcBef>
        <a:buNone/>
        <a:defRPr sz="2399" b="0" i="0" kern="1200" baseline="0">
          <a:solidFill>
            <a:schemeClr val="tx1"/>
          </a:solidFill>
          <a:latin typeface="72 Brand Medium" panose="020B0504030603020204" pitchFamily="34" charset="0"/>
          <a:ea typeface="+mj-ea"/>
          <a:cs typeface="+mj-cs"/>
        </a:defRPr>
      </a:lvl1pPr>
    </p:titleStyle>
    <p:bodyStyle>
      <a:lvl1pPr marL="0" indent="0" algn="l" defTabSz="1088231" rtl="0" eaLnBrk="1" latinLnBrk="0" hangingPunct="1">
        <a:spcBef>
          <a:spcPts val="1799"/>
        </a:spcBef>
        <a:buClrTx/>
        <a:buSzPct val="100000"/>
        <a:buFont typeface="Roboto" panose="02000000000000000000" pitchFamily="2" charset="0"/>
        <a:buChar char="​"/>
        <a:defRPr sz="1999" b="0" i="0" kern="1200">
          <a:solidFill>
            <a:schemeClr val="tx1"/>
          </a:solidFill>
          <a:latin typeface="72 Brand" panose="020B0504030603020204" pitchFamily="34" charset="0"/>
          <a:ea typeface="+mn-ea"/>
          <a:cs typeface="+mn-cs"/>
        </a:defRPr>
      </a:lvl1pPr>
      <a:lvl2pPr marL="179910" indent="-179910" algn="l" defTabSz="1088231" rtl="0" eaLnBrk="1" latinLnBrk="0" hangingPunct="1">
        <a:spcBef>
          <a:spcPts val="600"/>
        </a:spcBef>
        <a:buClr>
          <a:schemeClr val="tx1"/>
        </a:buClr>
        <a:buSzPct val="100000"/>
        <a:buFont typeface="Arial" panose="020B0604020202020204" pitchFamily="34" charset="0"/>
        <a:buChar char="•"/>
        <a:defRPr sz="1799" b="0" i="0" kern="1200">
          <a:solidFill>
            <a:schemeClr val="tx1"/>
          </a:solidFill>
          <a:latin typeface="72 Brand" panose="020B0504030603020204" pitchFamily="34" charset="0"/>
          <a:ea typeface="+mn-ea"/>
          <a:cs typeface="+mn-cs"/>
        </a:defRPr>
      </a:lvl2pPr>
      <a:lvl3pPr marL="358667" indent="-179334" algn="l" defTabSz="1088231" rtl="0" eaLnBrk="1" latinLnBrk="0" hangingPunct="1">
        <a:spcBef>
          <a:spcPts val="300"/>
        </a:spcBef>
        <a:buClr>
          <a:schemeClr val="tx1"/>
        </a:buClr>
        <a:buSzPct val="100000"/>
        <a:buFont typeface="Arial" panose="020B0604020202020204" pitchFamily="34" charset="0"/>
        <a:buChar char="–"/>
        <a:defRPr lang="en-US" sz="1799" b="0" i="0" kern="1200" noProof="0" dirty="0" smtClean="0">
          <a:solidFill>
            <a:schemeClr val="tx1"/>
          </a:solidFill>
          <a:latin typeface="72 Brand" panose="020B0504030603020204" pitchFamily="34" charset="0"/>
          <a:ea typeface="+mn-ea"/>
          <a:cs typeface="+mn-cs"/>
        </a:defRPr>
      </a:lvl3pPr>
      <a:lvl4pPr marL="539730" indent="-179910" algn="l" defTabSz="1088231"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72 Brand" panose="020B0504030603020204" pitchFamily="34" charset="0"/>
          <a:ea typeface="+mn-ea"/>
          <a:cs typeface="+mn-cs"/>
        </a:defRPr>
      </a:lvl4pPr>
      <a:lvl5pPr marL="719640" indent="-179910" algn="l" defTabSz="1088231"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72 Brand" panose="020B0504030603020204" pitchFamily="34" charset="0"/>
          <a:ea typeface="+mn-ea"/>
          <a:cs typeface="+mn-cs"/>
        </a:defRPr>
      </a:lvl5pPr>
      <a:lvl6pPr marL="2992637"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6pPr>
      <a:lvl7pPr marL="3536753"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7pPr>
      <a:lvl8pPr marL="4080868"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8pPr>
      <a:lvl9pPr marL="4624985"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9pPr>
    </p:bodyStyle>
    <p:otherStyle>
      <a:defPPr>
        <a:defRPr lang="de-DE"/>
      </a:defPPr>
      <a:lvl1pPr marL="0" algn="l" defTabSz="1088231" rtl="0" eaLnBrk="1" latinLnBrk="0" hangingPunct="1">
        <a:defRPr sz="2099" kern="1200">
          <a:solidFill>
            <a:schemeClr val="tx1"/>
          </a:solidFill>
          <a:latin typeface="+mn-lt"/>
          <a:ea typeface="+mn-ea"/>
          <a:cs typeface="+mn-cs"/>
        </a:defRPr>
      </a:lvl1pPr>
      <a:lvl2pPr marL="544116" algn="l" defTabSz="1088231" rtl="0" eaLnBrk="1" latinLnBrk="0" hangingPunct="1">
        <a:defRPr sz="2099" kern="1200">
          <a:solidFill>
            <a:schemeClr val="tx1"/>
          </a:solidFill>
          <a:latin typeface="+mn-lt"/>
          <a:ea typeface="+mn-ea"/>
          <a:cs typeface="+mn-cs"/>
        </a:defRPr>
      </a:lvl2pPr>
      <a:lvl3pPr marL="1088231" algn="l" defTabSz="1088231" rtl="0" eaLnBrk="1" latinLnBrk="0" hangingPunct="1">
        <a:defRPr sz="2099" kern="1200">
          <a:solidFill>
            <a:schemeClr val="tx1"/>
          </a:solidFill>
          <a:latin typeface="+mn-lt"/>
          <a:ea typeface="+mn-ea"/>
          <a:cs typeface="+mn-cs"/>
        </a:defRPr>
      </a:lvl3pPr>
      <a:lvl4pPr marL="1632347" algn="l" defTabSz="1088231" rtl="0" eaLnBrk="1" latinLnBrk="0" hangingPunct="1">
        <a:defRPr sz="2099" kern="1200">
          <a:solidFill>
            <a:schemeClr val="tx1"/>
          </a:solidFill>
          <a:latin typeface="+mn-lt"/>
          <a:ea typeface="+mn-ea"/>
          <a:cs typeface="+mn-cs"/>
        </a:defRPr>
      </a:lvl4pPr>
      <a:lvl5pPr marL="2176463" algn="l" defTabSz="1088231" rtl="0" eaLnBrk="1" latinLnBrk="0" hangingPunct="1">
        <a:defRPr sz="2099" kern="1200">
          <a:solidFill>
            <a:schemeClr val="tx1"/>
          </a:solidFill>
          <a:latin typeface="+mn-lt"/>
          <a:ea typeface="+mn-ea"/>
          <a:cs typeface="+mn-cs"/>
        </a:defRPr>
      </a:lvl5pPr>
      <a:lvl6pPr marL="2720580" algn="l" defTabSz="1088231" rtl="0" eaLnBrk="1" latinLnBrk="0" hangingPunct="1">
        <a:defRPr sz="2099" kern="1200">
          <a:solidFill>
            <a:schemeClr val="tx1"/>
          </a:solidFill>
          <a:latin typeface="+mn-lt"/>
          <a:ea typeface="+mn-ea"/>
          <a:cs typeface="+mn-cs"/>
        </a:defRPr>
      </a:lvl6pPr>
      <a:lvl7pPr marL="3264695" algn="l" defTabSz="1088231" rtl="0" eaLnBrk="1" latinLnBrk="0" hangingPunct="1">
        <a:defRPr sz="2099" kern="1200">
          <a:solidFill>
            <a:schemeClr val="tx1"/>
          </a:solidFill>
          <a:latin typeface="+mn-lt"/>
          <a:ea typeface="+mn-ea"/>
          <a:cs typeface="+mn-cs"/>
        </a:defRPr>
      </a:lvl7pPr>
      <a:lvl8pPr marL="3808811" algn="l" defTabSz="1088231" rtl="0" eaLnBrk="1" latinLnBrk="0" hangingPunct="1">
        <a:defRPr sz="2099" kern="1200">
          <a:solidFill>
            <a:schemeClr val="tx1"/>
          </a:solidFill>
          <a:latin typeface="+mn-lt"/>
          <a:ea typeface="+mn-ea"/>
          <a:cs typeface="+mn-cs"/>
        </a:defRPr>
      </a:lvl8pPr>
      <a:lvl9pPr marL="4352927" algn="l" defTabSz="1088231" rtl="0" eaLnBrk="1" latinLnBrk="0" hangingPunct="1">
        <a:defRPr sz="209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4.xml"/><Relationship Id="rId1" Type="http://schemas.openxmlformats.org/officeDocument/2006/relationships/tags" Target="../tags/tag125.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44.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5.xml"/><Relationship Id="rId7" Type="http://schemas.openxmlformats.org/officeDocument/2006/relationships/image" Target="../media/image27.png"/><Relationship Id="rId2" Type="http://schemas.openxmlformats.org/officeDocument/2006/relationships/slideLayout" Target="../slideLayouts/slideLayout28.xml"/><Relationship Id="rId1" Type="http://schemas.openxmlformats.org/officeDocument/2006/relationships/tags" Target="../tags/tag126.xml"/><Relationship Id="rId6" Type="http://schemas.openxmlformats.org/officeDocument/2006/relationships/image" Target="../media/image26.png"/><Relationship Id="rId5" Type="http://schemas.openxmlformats.org/officeDocument/2006/relationships/image" Target="../media/image1.e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png"/><Relationship Id="rId3" Type="http://schemas.openxmlformats.org/officeDocument/2006/relationships/tags" Target="../tags/tag127.xml"/><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customXml" Target="../../customXml/item4.xml"/><Relationship Id="rId1" Type="http://schemas.openxmlformats.org/officeDocument/2006/relationships/customXml" Target="../../customXml/item3.xml"/><Relationship Id="rId6" Type="http://schemas.openxmlformats.org/officeDocument/2006/relationships/image" Target="../media/image1.emf"/><Relationship Id="rId11" Type="http://schemas.openxmlformats.org/officeDocument/2006/relationships/image" Target="../media/image33.png"/><Relationship Id="rId5" Type="http://schemas.openxmlformats.org/officeDocument/2006/relationships/oleObject" Target="../embeddings/oleObject4.bin"/><Relationship Id="rId10" Type="http://schemas.openxmlformats.org/officeDocument/2006/relationships/image" Target="../media/image32.svg"/><Relationship Id="rId4" Type="http://schemas.openxmlformats.org/officeDocument/2006/relationships/slideLayout" Target="../slideLayouts/slideLayout29.xml"/><Relationship Id="rId9" Type="http://schemas.openxmlformats.org/officeDocument/2006/relationships/image" Target="../media/image31.png"/><Relationship Id="rId14" Type="http://schemas.openxmlformats.org/officeDocument/2006/relationships/image" Target="../media/image3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38.svg"/><Relationship Id="rId2" Type="http://schemas.openxmlformats.org/officeDocument/2006/relationships/slideLayout" Target="../slideLayouts/slideLayout29.xml"/><Relationship Id="rId1" Type="http://schemas.openxmlformats.org/officeDocument/2006/relationships/tags" Target="../tags/tag128.xml"/><Relationship Id="rId6" Type="http://schemas.openxmlformats.org/officeDocument/2006/relationships/image" Target="../media/image37.png"/><Relationship Id="rId5" Type="http://schemas.openxmlformats.org/officeDocument/2006/relationships/image" Target="../media/image1.emf"/><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38.svg"/><Relationship Id="rId2" Type="http://schemas.openxmlformats.org/officeDocument/2006/relationships/slideLayout" Target="../slideLayouts/slideLayout29.xml"/><Relationship Id="rId1" Type="http://schemas.openxmlformats.org/officeDocument/2006/relationships/tags" Target="../tags/tag129.xml"/><Relationship Id="rId6" Type="http://schemas.openxmlformats.org/officeDocument/2006/relationships/image" Target="../media/image37.png"/><Relationship Id="rId5" Type="http://schemas.openxmlformats.org/officeDocument/2006/relationships/image" Target="../media/image1.emf"/><Relationship Id="rId4" Type="http://schemas.openxmlformats.org/officeDocument/2006/relationships/oleObject" Target="../embeddings/oleObject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D0A61-C219-EC99-2B0F-7964876D307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833B013-19EB-C8DC-8876-FF0D6A1E4789}"/>
              </a:ext>
            </a:extLst>
          </p:cNvPr>
          <p:cNvSpPr>
            <a:spLocks noGrp="1"/>
          </p:cNvSpPr>
          <p:nvPr>
            <p:ph type="title"/>
          </p:nvPr>
        </p:nvSpPr>
        <p:spPr>
          <a:xfrm>
            <a:off x="287264" y="1859372"/>
            <a:ext cx="4431554" cy="1844195"/>
          </a:xfrm>
        </p:spPr>
        <p:txBody>
          <a:bodyPr/>
          <a:lstStyle/>
          <a:p>
            <a:br>
              <a:rPr lang="de-DE" dirty="0"/>
            </a:br>
            <a:r>
              <a:rPr lang="en-US" dirty="0"/>
              <a:t>Hands-on workshop DA267: </a:t>
            </a:r>
            <a:br>
              <a:rPr lang="en-US" dirty="0"/>
            </a:br>
            <a:r>
              <a:rPr lang="en-US" dirty="0"/>
              <a:t>Seamless planning for </a:t>
            </a:r>
            <a:r>
              <a:rPr lang="en-US" dirty="0" err="1"/>
              <a:t>xP&amp;A</a:t>
            </a:r>
            <a:r>
              <a:rPr lang="en-US" dirty="0"/>
              <a:t> in SAP Business Data Cloud (SAP BDC)</a:t>
            </a:r>
            <a:endParaRPr lang="de-DE" dirty="0"/>
          </a:p>
        </p:txBody>
      </p:sp>
      <p:sp>
        <p:nvSpPr>
          <p:cNvPr id="3" name="Textplatzhalter 2">
            <a:extLst>
              <a:ext uri="{FF2B5EF4-FFF2-40B4-BE49-F238E27FC236}">
                <a16:creationId xmlns:a16="http://schemas.microsoft.com/office/drawing/2014/main" id="{41C23FF8-914C-7254-F513-6C3FA1712AFA}"/>
              </a:ext>
            </a:extLst>
          </p:cNvPr>
          <p:cNvSpPr>
            <a:spLocks noGrp="1"/>
          </p:cNvSpPr>
          <p:nvPr>
            <p:ph type="body" sz="quarter" idx="23"/>
          </p:nvPr>
        </p:nvSpPr>
        <p:spPr>
          <a:xfrm>
            <a:off x="293262" y="3828946"/>
            <a:ext cx="4270463" cy="701670"/>
          </a:xfrm>
        </p:spPr>
        <p:txBody>
          <a:bodyPr>
            <a:normAutofit lnSpcReduction="10000"/>
          </a:bodyPr>
          <a:lstStyle/>
          <a:p>
            <a:r>
              <a:rPr lang="de-DE" dirty="0"/>
              <a:t>Max Gander, SAP</a:t>
            </a:r>
          </a:p>
          <a:p>
            <a:r>
              <a:rPr lang="de-DE" dirty="0"/>
              <a:t>Jie Deng, SAP</a:t>
            </a:r>
          </a:p>
          <a:p>
            <a:r>
              <a:rPr lang="de-DE" dirty="0"/>
              <a:t>Matthew Shaw, SAP</a:t>
            </a:r>
          </a:p>
        </p:txBody>
      </p:sp>
      <p:sp>
        <p:nvSpPr>
          <p:cNvPr id="4" name="Textplatzhalter 3">
            <a:extLst>
              <a:ext uri="{FF2B5EF4-FFF2-40B4-BE49-F238E27FC236}">
                <a16:creationId xmlns:a16="http://schemas.microsoft.com/office/drawing/2014/main" id="{9BDA388D-96FC-8D9B-2EC4-5B032C8FB072}"/>
              </a:ext>
            </a:extLst>
          </p:cNvPr>
          <p:cNvSpPr>
            <a:spLocks noGrp="1"/>
          </p:cNvSpPr>
          <p:nvPr>
            <p:ph type="body" sz="quarter" idx="25"/>
          </p:nvPr>
        </p:nvSpPr>
        <p:spPr>
          <a:xfrm>
            <a:off x="293262" y="4655996"/>
            <a:ext cx="4270463" cy="231093"/>
          </a:xfrm>
        </p:spPr>
        <p:txBody>
          <a:bodyPr/>
          <a:lstStyle/>
          <a:p>
            <a:r>
              <a:rPr lang="de-DE" dirty="0"/>
              <a:t>November 2025</a:t>
            </a:r>
          </a:p>
        </p:txBody>
      </p:sp>
    </p:spTree>
    <p:extLst>
      <p:ext uri="{BB962C8B-B14F-4D97-AF65-F5344CB8AC3E}">
        <p14:creationId xmlns:p14="http://schemas.microsoft.com/office/powerpoint/2010/main" val="4097943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794E015-4CC1-8E72-4949-4FC732439E63}"/>
              </a:ext>
            </a:extLst>
          </p:cNvPr>
          <p:cNvGraphicFramePr>
            <a:graphicFrameLocks noChangeAspect="1"/>
          </p:cNvGraphicFramePr>
          <p:nvPr>
            <p:custDataLst>
              <p:tags r:id="rId1"/>
            </p:custDataLst>
          </p:nvPr>
        </p:nvGraphicFramePr>
        <p:xfrm>
          <a:off x="1588" y="2480"/>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7" name="think-cell data - do not delete" hidden="1">
                        <a:extLst>
                          <a:ext uri="{FF2B5EF4-FFF2-40B4-BE49-F238E27FC236}">
                            <a16:creationId xmlns:a16="http://schemas.microsoft.com/office/drawing/2014/main" id="{F794E015-4CC1-8E72-4949-4FC732439E63}"/>
                          </a:ext>
                        </a:extLst>
                      </p:cNvPr>
                      <p:cNvPicPr/>
                      <p:nvPr/>
                    </p:nvPicPr>
                    <p:blipFill>
                      <a:blip r:embed="rId5"/>
                      <a:stretch>
                        <a:fillRect/>
                      </a:stretch>
                    </p:blipFill>
                    <p:spPr>
                      <a:xfrm>
                        <a:off x="1588" y="2480"/>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714F2C2E-7D37-ED4D-B7D2-A3CE95436123}"/>
              </a:ext>
            </a:extLst>
          </p:cNvPr>
          <p:cNvSpPr txBox="1">
            <a:spLocks/>
          </p:cNvSpPr>
          <p:nvPr/>
        </p:nvSpPr>
        <p:spPr>
          <a:xfrm>
            <a:off x="503870" y="1620471"/>
            <a:ext cx="11183565" cy="4228899"/>
          </a:xfrm>
          <a:prstGeom prst="rect">
            <a:avLst/>
          </a:prstGeom>
        </p:spPr>
        <p:txBody>
          <a:bodyPr>
            <a:norm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defTabSz="914126">
              <a:spcBef>
                <a:spcPts val="1799"/>
              </a:spcBef>
              <a:buClr>
                <a:srgbClr val="E76500"/>
              </a:buClr>
              <a:defRPr/>
            </a:pPr>
            <a:r>
              <a:rPr lang="en-US" sz="1400">
                <a:solidFill>
                  <a:srgbClr val="000000"/>
                </a:solidFill>
                <a:latin typeface="72" panose="020B0503030000000003" pitchFamily="34" charset="0"/>
                <a:cs typeface="Arial" panose="020B0604020202020204" pitchFamily="34" charset="0"/>
              </a:rPr>
              <a:t>The information in this presentation is confidential and proprietary to SAP and may not be disclosed without the permission of SAP. This presentation is not subject to your license agreement or any other service or subscription agreement with SAP. SAP has no obligation to pursue any course of business outlined in this document or any related presentation, or to develop or release any functionality mentioned therein. This document, or any related presentations and </a:t>
            </a:r>
            <a:r>
              <a:rPr lang="en-US" sz="1400" b="1">
                <a:solidFill>
                  <a:srgbClr val="1B90FF"/>
                </a:solidFill>
                <a:latin typeface="72" panose="020B0503030000000003" pitchFamily="34" charset="0"/>
                <a:cs typeface="Arial" panose="020B0604020202020204" pitchFamily="34" charset="0"/>
              </a:rPr>
              <a:t>SAP’s strategy and possible future developments, products and or platforms directions and functionality are all subject to change and may be changed by SAP at any time for any reason without notice</a:t>
            </a:r>
            <a:r>
              <a:rPr lang="en-US" sz="1400">
                <a:solidFill>
                  <a:srgbClr val="1B90FF"/>
                </a:solidFill>
                <a:latin typeface="72" panose="020B0503030000000003" pitchFamily="34" charset="0"/>
                <a:cs typeface="Arial" panose="020B0604020202020204" pitchFamily="34" charset="0"/>
              </a:rPr>
              <a:t>. </a:t>
            </a:r>
            <a:r>
              <a:rPr lang="en-US" sz="1400">
                <a:solidFill>
                  <a:srgbClr val="000000"/>
                </a:solidFill>
                <a:latin typeface="72" panose="020B0503030000000003" pitchFamily="34" charset="0"/>
                <a:cs typeface="Arial" panose="020B0604020202020204" pitchFamily="34" charset="0"/>
              </a:rPr>
              <a:t>The information in this document is not a commitment, promise or legal obligation to deliver any material, code or functionality. This document is provided without a warranty of any kind, either express or implied, including but not limited to, the implied warranties of merchantability, fitness for a particular purpose, or non-infringement. This document is for informational purposed and may not be incorporated into a contract. SAP assumed no responsibility for errors or omissions in this document, except if such damages were caused by SAP’s willful misconduct or gross negligence. </a:t>
            </a:r>
          </a:p>
          <a:p>
            <a:pPr defTabSz="914126">
              <a:spcBef>
                <a:spcPts val="1799"/>
              </a:spcBef>
              <a:buClr>
                <a:srgbClr val="E76500"/>
              </a:buClr>
              <a:defRPr/>
            </a:pPr>
            <a:endParaRPr lang="en-US" sz="1400">
              <a:solidFill>
                <a:srgbClr val="000000"/>
              </a:solidFill>
              <a:latin typeface="72" panose="020B0503030000000003" pitchFamily="34" charset="0"/>
              <a:cs typeface="Arial" panose="020B0604020202020204" pitchFamily="34" charset="0"/>
            </a:endParaRPr>
          </a:p>
          <a:p>
            <a:pPr defTabSz="914126">
              <a:spcBef>
                <a:spcPts val="1799"/>
              </a:spcBef>
              <a:buClr>
                <a:srgbClr val="E76500"/>
              </a:buClr>
              <a:defRPr/>
            </a:pPr>
            <a:r>
              <a:rPr lang="en-US" sz="1400">
                <a:solidFill>
                  <a:srgbClr val="000000"/>
                </a:solidFill>
                <a:latin typeface="72" panose="020B0503030000000003" pitchFamily="34" charset="0"/>
                <a:cs typeface="Arial" panose="020B0604020202020204" pitchFamily="34" charset="0"/>
              </a:rPr>
              <a:t>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 </a:t>
            </a:r>
          </a:p>
          <a:p>
            <a:pPr defTabSz="1088231">
              <a:spcBef>
                <a:spcPts val="1799"/>
              </a:spcBef>
              <a:buClr>
                <a:srgbClr val="E76500"/>
              </a:buClr>
              <a:defRPr/>
            </a:pPr>
            <a:endParaRPr lang="en-US" sz="1400">
              <a:solidFill>
                <a:srgbClr val="000000"/>
              </a:solidFill>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E22F1784-6DEE-F446-B1D0-16C12400AC34}"/>
              </a:ext>
            </a:extLst>
          </p:cNvPr>
          <p:cNvSpPr>
            <a:spLocks noGrp="1"/>
          </p:cNvSpPr>
          <p:nvPr>
            <p:ph type="title"/>
          </p:nvPr>
        </p:nvSpPr>
        <p:spPr/>
        <p:txBody>
          <a:bodyPr vert="horz"/>
          <a:lstStyle/>
          <a:p>
            <a:r>
              <a:rPr lang="en-US" b="1">
                <a:latin typeface="+mn-lt"/>
              </a:rPr>
              <a:t>Legal Disclaimer</a:t>
            </a:r>
          </a:p>
        </p:txBody>
      </p:sp>
    </p:spTree>
    <p:extLst>
      <p:ext uri="{BB962C8B-B14F-4D97-AF65-F5344CB8AC3E}">
        <p14:creationId xmlns:p14="http://schemas.microsoft.com/office/powerpoint/2010/main" val="1249521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20" descr="A person sitting in an office&#10;&#10;AI-generated content may be incorrect.">
            <a:extLst>
              <a:ext uri="{FF2B5EF4-FFF2-40B4-BE49-F238E27FC236}">
                <a16:creationId xmlns:a16="http://schemas.microsoft.com/office/drawing/2014/main" id="{68169586-B759-41C0-15EA-CC2C839DF4AD}"/>
              </a:ext>
            </a:extLst>
          </p:cNvPr>
          <p:cNvPicPr>
            <a:picLocks noGrp="1" noChangeAspect="1"/>
          </p:cNvPicPr>
          <p:nvPr>
            <p:ph type="pic" sz="quarter" idx="10"/>
          </p:nvPr>
        </p:nvPicPr>
        <p:blipFill>
          <a:blip r:embed="rId5" cstate="print">
            <a:extLst>
              <a:ext uri="{28A0092B-C50C-407E-A947-70E740481C1C}">
                <a14:useLocalDpi xmlns:a14="http://schemas.microsoft.com/office/drawing/2010/main"/>
              </a:ext>
            </a:extLst>
          </a:blip>
          <a:srcRect l="87" r="87"/>
          <a:stretch>
            <a:fillRect/>
          </a:stretch>
        </p:blipFill>
        <p:spPr bwMode="gray">
          <a:prstGeom prst="rect">
            <a:avLst/>
          </a:prstGeom>
          <a:noFill/>
        </p:spPr>
      </p:pic>
      <p:sp>
        <p:nvSpPr>
          <p:cNvPr id="2" name="Agenda"/>
          <p:cNvSpPr>
            <a:spLocks noGrp="1"/>
          </p:cNvSpPr>
          <p:nvPr>
            <p:ph type="title"/>
          </p:nvPr>
        </p:nvSpPr>
        <p:spPr bwMode="gray"/>
        <p:txBody>
          <a:bodyPr/>
          <a:lstStyle/>
          <a:p>
            <a:r>
              <a:rPr lang="en-US"/>
              <a:t>Agenda</a:t>
            </a:r>
          </a:p>
        </p:txBody>
      </p:sp>
      <p:sp>
        <p:nvSpPr>
          <p:cNvPr id="3" name="Agenda items"/>
          <p:cNvSpPr>
            <a:spLocks noGrp="1"/>
          </p:cNvSpPr>
          <p:nvPr>
            <p:ph type="body" sz="quarter" idx="11"/>
          </p:nvPr>
        </p:nvSpPr>
        <p:spPr bwMode="gray"/>
        <p:txBody>
          <a:bodyPr>
            <a:noAutofit/>
          </a:bodyPr>
          <a:lstStyle/>
          <a:p>
            <a:pPr marL="0" lvl="1" indent="0">
              <a:buNone/>
            </a:pPr>
            <a:r>
              <a:rPr lang="en-US" sz="1999" dirty="0">
                <a:latin typeface="+mj-lt"/>
              </a:rPr>
              <a:t>Introduction – Planning in SAP Business Data Cloud and Seamless Planning</a:t>
            </a:r>
          </a:p>
          <a:p>
            <a:pPr marL="0" lvl="1" indent="0">
              <a:buNone/>
            </a:pPr>
            <a:endParaRPr lang="en-US" sz="1999" dirty="0">
              <a:latin typeface="+mj-lt"/>
            </a:endParaRPr>
          </a:p>
          <a:p>
            <a:pPr marL="0" lvl="1" indent="0">
              <a:buNone/>
            </a:pPr>
            <a:r>
              <a:rPr lang="en-US" sz="1999" dirty="0">
                <a:latin typeface="+mj-lt"/>
              </a:rPr>
              <a:t>Objectives &amp; Remarks</a:t>
            </a:r>
          </a:p>
          <a:p>
            <a:pPr marL="0" lvl="1" indent="0">
              <a:buNone/>
            </a:pPr>
            <a:endParaRPr lang="en-US" sz="1999" dirty="0">
              <a:latin typeface="+mj-lt"/>
            </a:endParaRPr>
          </a:p>
          <a:p>
            <a:pPr marL="0" lvl="1" indent="0">
              <a:buNone/>
            </a:pPr>
            <a:r>
              <a:rPr lang="en-US" sz="1999" dirty="0">
                <a:latin typeface="+mj-lt"/>
              </a:rPr>
              <a:t>Exercise Flow</a:t>
            </a:r>
          </a:p>
          <a:p>
            <a:pPr marL="0" lvl="1" indent="0">
              <a:buNone/>
            </a:pPr>
            <a:endParaRPr lang="en-US" sz="1999" dirty="0">
              <a:latin typeface="+mj-lt"/>
            </a:endParaRPr>
          </a:p>
        </p:txBody>
      </p:sp>
      <p:pic>
        <p:nvPicPr>
          <p:cNvPr id="7" name="Grafik 6">
            <a:extLst>
              <a:ext uri="{FF2B5EF4-FFF2-40B4-BE49-F238E27FC236}">
                <a16:creationId xmlns:a16="http://schemas.microsoft.com/office/drawing/2014/main" id="{59058157-252E-FA7B-981A-4AB0C475F542}"/>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7363576" y="351802"/>
            <a:ext cx="1745446" cy="6154397"/>
          </a:xfrm>
          <a:custGeom>
            <a:avLst/>
            <a:gdLst>
              <a:gd name="connsiteX0" fmla="*/ 0 w 1740796"/>
              <a:gd name="connsiteY0" fmla="*/ 0 h 6138000"/>
              <a:gd name="connsiteX1" fmla="*/ 1740796 w 1740796"/>
              <a:gd name="connsiteY1" fmla="*/ 0 h 6138000"/>
              <a:gd name="connsiteX2" fmla="*/ 1740796 w 1740796"/>
              <a:gd name="connsiteY2" fmla="*/ 6138000 h 6138000"/>
              <a:gd name="connsiteX3" fmla="*/ 0 w 1740796"/>
              <a:gd name="connsiteY3" fmla="*/ 6138000 h 6138000"/>
            </a:gdLst>
            <a:ahLst/>
            <a:cxnLst>
              <a:cxn ang="0">
                <a:pos x="connsiteX0" y="connsiteY0"/>
              </a:cxn>
              <a:cxn ang="0">
                <a:pos x="connsiteX1" y="connsiteY1"/>
              </a:cxn>
              <a:cxn ang="0">
                <a:pos x="connsiteX2" y="connsiteY2"/>
              </a:cxn>
              <a:cxn ang="0">
                <a:pos x="connsiteX3" y="connsiteY3"/>
              </a:cxn>
            </a:cxnLst>
            <a:rect l="l" t="t" r="r" b="b"/>
            <a:pathLst>
              <a:path w="1740796" h="6138000">
                <a:moveTo>
                  <a:pt x="0" y="0"/>
                </a:moveTo>
                <a:lnTo>
                  <a:pt x="1740796" y="0"/>
                </a:lnTo>
                <a:lnTo>
                  <a:pt x="1740796" y="6138000"/>
                </a:lnTo>
                <a:lnTo>
                  <a:pt x="0" y="6138000"/>
                </a:lnTo>
                <a:close/>
              </a:path>
            </a:pathLst>
          </a:custGeom>
        </p:spPr>
      </p:pic>
    </p:spTree>
    <p:custDataLst>
      <p:custData r:id="rId1"/>
      <p:custData r:id="rId2"/>
    </p:custDataLst>
    <p:extLst>
      <p:ext uri="{BB962C8B-B14F-4D97-AF65-F5344CB8AC3E}">
        <p14:creationId xmlns:p14="http://schemas.microsoft.com/office/powerpoint/2010/main" val="3489544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1A4EC-5FDF-5811-10C4-91D25EC0EEC2}"/>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7F4FCBA6-C868-9F85-16AC-636639E096F3}"/>
              </a:ext>
            </a:extLst>
          </p:cNvPr>
          <p:cNvGrpSpPr/>
          <p:nvPr/>
        </p:nvGrpSpPr>
        <p:grpSpPr>
          <a:xfrm>
            <a:off x="1566333" y="1278502"/>
            <a:ext cx="9470621" cy="5042663"/>
            <a:chOff x="2564266" y="770710"/>
            <a:chExt cx="9473087" cy="5043976"/>
          </a:xfrm>
        </p:grpSpPr>
        <p:grpSp>
          <p:nvGrpSpPr>
            <p:cNvPr id="6" name="Group 5">
              <a:extLst>
                <a:ext uri="{FF2B5EF4-FFF2-40B4-BE49-F238E27FC236}">
                  <a16:creationId xmlns:a16="http://schemas.microsoft.com/office/drawing/2014/main" id="{26228363-1F37-2A55-D0CD-C313B900A4D7}"/>
                </a:ext>
              </a:extLst>
            </p:cNvPr>
            <p:cNvGrpSpPr/>
            <p:nvPr/>
          </p:nvGrpSpPr>
          <p:grpSpPr>
            <a:xfrm>
              <a:off x="4976992" y="5211093"/>
              <a:ext cx="4772003" cy="603593"/>
              <a:chOff x="5146611" y="4967427"/>
              <a:chExt cx="4778221" cy="604380"/>
            </a:xfrm>
          </p:grpSpPr>
          <p:grpSp>
            <p:nvGrpSpPr>
              <p:cNvPr id="185" name="Group 184">
                <a:extLst>
                  <a:ext uri="{FF2B5EF4-FFF2-40B4-BE49-F238E27FC236}">
                    <a16:creationId xmlns:a16="http://schemas.microsoft.com/office/drawing/2014/main" id="{EBA54FCC-8C89-4858-3402-84FD26953D40}"/>
                  </a:ext>
                </a:extLst>
              </p:cNvPr>
              <p:cNvGrpSpPr/>
              <p:nvPr/>
            </p:nvGrpSpPr>
            <p:grpSpPr>
              <a:xfrm>
                <a:off x="5146611" y="4967427"/>
                <a:ext cx="4778221" cy="604380"/>
                <a:chOff x="3707912" y="5836025"/>
                <a:chExt cx="5535001" cy="700102"/>
              </a:xfrm>
            </p:grpSpPr>
            <p:sp>
              <p:nvSpPr>
                <p:cNvPr id="191" name="Rectangle: Rounded Corners 204">
                  <a:extLst>
                    <a:ext uri="{FF2B5EF4-FFF2-40B4-BE49-F238E27FC236}">
                      <a16:creationId xmlns:a16="http://schemas.microsoft.com/office/drawing/2014/main" id="{3854D4EA-BBCB-ABA9-50B7-98421FF7FCFB}"/>
                    </a:ext>
                  </a:extLst>
                </p:cNvPr>
                <p:cNvSpPr/>
                <p:nvPr/>
              </p:nvSpPr>
              <p:spPr bwMode="gray">
                <a:xfrm>
                  <a:off x="3707912" y="5836025"/>
                  <a:ext cx="5535001" cy="700102"/>
                </a:xfrm>
                <a:prstGeom prst="roundRect">
                  <a:avLst>
                    <a:gd name="adj" fmla="val 12790"/>
                  </a:avLst>
                </a:prstGeom>
                <a:gradFill flip="none" rotWithShape="1">
                  <a:gsLst>
                    <a:gs pos="100000">
                      <a:srgbClr val="EBF8FF"/>
                    </a:gs>
                    <a:gs pos="0">
                      <a:srgbClr val="FFFFFF"/>
                    </a:gs>
                  </a:gsLst>
                  <a:lin ang="2700000" scaled="1"/>
                  <a:tileRect/>
                </a:gradFill>
                <a:ln w="12700" cap="flat" cmpd="sng" algn="ctr">
                  <a:solidFill>
                    <a:srgbClr val="A6E0FF"/>
                  </a:solidFill>
                  <a:prstDash val="solid"/>
                  <a:headEnd type="none" w="med" len="med"/>
                  <a:tailEnd type="none" w="med" len="med"/>
                </a:ln>
                <a:effectLst/>
              </p:spPr>
              <p:txBody>
                <a:bodyPr rot="0" spcFirstLastPara="0" vertOverflow="overflow" horzOverflow="overflow" vert="horz" wrap="square" lIns="182403" tIns="145924" rIns="182403" bIns="145924" numCol="1" spcCol="0" rtlCol="0" fromWordArt="0" anchor="t" anchorCtr="0" forceAA="0" compatLnSpc="1">
                  <a:prstTxWarp prst="textNoShape">
                    <a:avLst/>
                  </a:prstTxWarp>
                  <a:noAutofit/>
                </a:bodyPr>
                <a:lstStyle/>
                <a:p>
                  <a:pPr defTabSz="929959" fontAlgn="base">
                    <a:spcBef>
                      <a:spcPct val="0"/>
                    </a:spcBef>
                    <a:spcAft>
                      <a:spcPct val="0"/>
                    </a:spcAft>
                    <a:defRPr/>
                  </a:pPr>
                  <a:endParaRPr lang="en-US" sz="1993" kern="0" dirty="0">
                    <a:gradFill>
                      <a:gsLst>
                        <a:gs pos="0">
                          <a:srgbClr val="000000"/>
                        </a:gs>
                        <a:gs pos="100000">
                          <a:srgbClr val="000000"/>
                        </a:gs>
                      </a:gsLst>
                      <a:lin ang="5400000" scaled="1"/>
                    </a:gradFill>
                    <a:latin typeface="72 Brand"/>
                    <a:cs typeface="72" panose="020B0503030000000003" pitchFamily="34" charset="0"/>
                  </a:endParaRPr>
                </a:p>
              </p:txBody>
            </p:sp>
            <p:sp>
              <p:nvSpPr>
                <p:cNvPr id="192" name="TextBox 191">
                  <a:extLst>
                    <a:ext uri="{FF2B5EF4-FFF2-40B4-BE49-F238E27FC236}">
                      <a16:creationId xmlns:a16="http://schemas.microsoft.com/office/drawing/2014/main" id="{F4D1DBCF-166A-ADBA-776D-352A33655F3D}"/>
                    </a:ext>
                  </a:extLst>
                </p:cNvPr>
                <p:cNvSpPr txBox="1"/>
                <p:nvPr/>
              </p:nvSpPr>
              <p:spPr>
                <a:xfrm>
                  <a:off x="3911287" y="6080221"/>
                  <a:ext cx="1694242" cy="224456"/>
                </a:xfrm>
                <a:prstGeom prst="rect">
                  <a:avLst/>
                </a:prstGeom>
                <a:noFill/>
              </p:spPr>
              <p:txBody>
                <a:bodyPr wrap="square" lIns="0" tIns="0" rIns="0" bIns="0" rtlCol="0">
                  <a:spAutoFit/>
                </a:bodyPr>
                <a:lstStyle/>
                <a:p>
                  <a:pPr defTabSz="1086645">
                    <a:lnSpc>
                      <a:spcPct val="90000"/>
                    </a:lnSpc>
                    <a:defRPr/>
                  </a:pPr>
                  <a:r>
                    <a:rPr lang="en-US" sz="1397" kern="0" dirty="0">
                      <a:gradFill>
                        <a:gsLst>
                          <a:gs pos="0">
                            <a:srgbClr val="00144A"/>
                          </a:gs>
                          <a:gs pos="100000">
                            <a:srgbClr val="00144A"/>
                          </a:gs>
                        </a:gsLst>
                        <a:lin ang="5400000" scaled="1"/>
                      </a:gradFill>
                      <a:latin typeface="72 Brand Medium" panose="020B0604030603020204" pitchFamily="34" charset="0"/>
                      <a:cs typeface="72" panose="020B0503030000000003" pitchFamily="34" charset="0"/>
                    </a:rPr>
                    <a:t>Third-party apps</a:t>
                  </a:r>
                </a:p>
              </p:txBody>
            </p:sp>
          </p:grpSp>
          <p:sp>
            <p:nvSpPr>
              <p:cNvPr id="186" name="TextBox 185">
                <a:extLst>
                  <a:ext uri="{FF2B5EF4-FFF2-40B4-BE49-F238E27FC236}">
                    <a16:creationId xmlns:a16="http://schemas.microsoft.com/office/drawing/2014/main" id="{56B05D54-C830-9613-7CCE-FBAED86E1C4A}"/>
                  </a:ext>
                </a:extLst>
              </p:cNvPr>
              <p:cNvSpPr txBox="1"/>
              <p:nvPr/>
            </p:nvSpPr>
            <p:spPr>
              <a:xfrm>
                <a:off x="7114619" y="5084286"/>
                <a:ext cx="419987" cy="168957"/>
              </a:xfrm>
              <a:prstGeom prst="rect">
                <a:avLst/>
              </a:prstGeom>
              <a:noFill/>
            </p:spPr>
            <p:txBody>
              <a:bodyPr wrap="none" lIns="0" tIns="0" rIns="0" bIns="0" rtlCol="0">
                <a:spAutoFit/>
              </a:bodyPr>
              <a:lstStyle/>
              <a:p>
                <a:pPr defTabSz="1086645">
                  <a:defRPr/>
                </a:pPr>
                <a:r>
                  <a:rPr lang="en-US" sz="1097" kern="0" dirty="0">
                    <a:gradFill>
                      <a:gsLst>
                        <a:gs pos="0">
                          <a:srgbClr val="00144A"/>
                        </a:gs>
                        <a:gs pos="100000">
                          <a:srgbClr val="00144A"/>
                        </a:gs>
                      </a:gsLst>
                      <a:lin ang="5400000" scaled="1"/>
                    </a:gradFill>
                    <a:latin typeface="72 Brand" panose="020B0504030603020204" pitchFamily="34" charset="0"/>
                    <a:cs typeface="72" panose="020B0503030000000003" pitchFamily="34" charset="0"/>
                  </a:rPr>
                  <a:t>Hybrid</a:t>
                </a:r>
              </a:p>
            </p:txBody>
          </p:sp>
          <p:sp>
            <p:nvSpPr>
              <p:cNvPr id="187" name="TextBox 186">
                <a:extLst>
                  <a:ext uri="{FF2B5EF4-FFF2-40B4-BE49-F238E27FC236}">
                    <a16:creationId xmlns:a16="http://schemas.microsoft.com/office/drawing/2014/main" id="{187C55AA-9CA9-2A6C-2470-62E64AFC74EA}"/>
                  </a:ext>
                </a:extLst>
              </p:cNvPr>
              <p:cNvSpPr txBox="1"/>
              <p:nvPr/>
            </p:nvSpPr>
            <p:spPr>
              <a:xfrm>
                <a:off x="8245965" y="5084286"/>
                <a:ext cx="310983" cy="168957"/>
              </a:xfrm>
              <a:prstGeom prst="rect">
                <a:avLst/>
              </a:prstGeom>
              <a:noFill/>
            </p:spPr>
            <p:txBody>
              <a:bodyPr wrap="none" lIns="0" tIns="0" rIns="0" bIns="0" rtlCol="0">
                <a:spAutoFit/>
              </a:bodyPr>
              <a:lstStyle/>
              <a:p>
                <a:pPr defTabSz="1086645">
                  <a:defRPr/>
                </a:pPr>
                <a:r>
                  <a:rPr lang="en-US" sz="1097" kern="0" dirty="0">
                    <a:gradFill>
                      <a:gsLst>
                        <a:gs pos="0">
                          <a:srgbClr val="00144A"/>
                        </a:gs>
                        <a:gs pos="100000">
                          <a:srgbClr val="00144A"/>
                        </a:gs>
                      </a:gsLst>
                      <a:lin ang="5400000" scaled="1"/>
                    </a:gradFill>
                    <a:latin typeface="72 Brand" panose="020B0504030603020204" pitchFamily="34" charset="0"/>
                    <a:cs typeface="72" panose="020B0503030000000003" pitchFamily="34" charset="0"/>
                  </a:rPr>
                  <a:t>SaaS</a:t>
                </a:r>
              </a:p>
            </p:txBody>
          </p:sp>
          <p:sp>
            <p:nvSpPr>
              <p:cNvPr id="188" name="TextBox 187">
                <a:extLst>
                  <a:ext uri="{FF2B5EF4-FFF2-40B4-BE49-F238E27FC236}">
                    <a16:creationId xmlns:a16="http://schemas.microsoft.com/office/drawing/2014/main" id="{558A7010-87B7-1609-892B-90F25DC015CF}"/>
                  </a:ext>
                </a:extLst>
              </p:cNvPr>
              <p:cNvSpPr txBox="1"/>
              <p:nvPr/>
            </p:nvSpPr>
            <p:spPr>
              <a:xfrm>
                <a:off x="7114621" y="5295385"/>
                <a:ext cx="784890" cy="169049"/>
              </a:xfrm>
              <a:prstGeom prst="rect">
                <a:avLst/>
              </a:prstGeom>
              <a:noFill/>
            </p:spPr>
            <p:txBody>
              <a:bodyPr wrap="none" lIns="0" tIns="0" rIns="0" bIns="0" rtlCol="0">
                <a:spAutoFit/>
              </a:bodyPr>
              <a:lstStyle/>
              <a:p>
                <a:pPr defTabSz="1086645">
                  <a:defRPr/>
                </a:pPr>
                <a:r>
                  <a:rPr lang="en-US" sz="1097" kern="0" dirty="0">
                    <a:gradFill>
                      <a:gsLst>
                        <a:gs pos="0">
                          <a:srgbClr val="00144A"/>
                        </a:gs>
                        <a:gs pos="100000">
                          <a:srgbClr val="00144A"/>
                        </a:gs>
                      </a:gsLst>
                      <a:lin ang="5400000" scaled="1"/>
                    </a:gradFill>
                    <a:latin typeface="72 Brand" panose="020B0504030603020204" pitchFamily="34" charset="0"/>
                    <a:cs typeface="72" panose="020B0503030000000003" pitchFamily="34" charset="0"/>
                  </a:rPr>
                  <a:t>On premises</a:t>
                </a:r>
              </a:p>
            </p:txBody>
          </p:sp>
          <p:sp>
            <p:nvSpPr>
              <p:cNvPr id="189" name="TextBox 188">
                <a:extLst>
                  <a:ext uri="{FF2B5EF4-FFF2-40B4-BE49-F238E27FC236}">
                    <a16:creationId xmlns:a16="http://schemas.microsoft.com/office/drawing/2014/main" id="{A4E03957-063E-BE26-AAD5-E4B6EA52E6D5}"/>
                  </a:ext>
                </a:extLst>
              </p:cNvPr>
              <p:cNvSpPr txBox="1"/>
              <p:nvPr/>
            </p:nvSpPr>
            <p:spPr>
              <a:xfrm>
                <a:off x="8988936" y="5084284"/>
                <a:ext cx="788101" cy="169049"/>
              </a:xfrm>
              <a:prstGeom prst="rect">
                <a:avLst/>
              </a:prstGeom>
              <a:noFill/>
            </p:spPr>
            <p:txBody>
              <a:bodyPr wrap="none" lIns="0" tIns="0" rIns="0" bIns="0" rtlCol="0">
                <a:spAutoFit/>
              </a:bodyPr>
              <a:lstStyle/>
              <a:p>
                <a:pPr defTabSz="1086645">
                  <a:defRPr/>
                </a:pPr>
                <a:r>
                  <a:rPr lang="en-US" sz="1097" kern="0" dirty="0">
                    <a:gradFill>
                      <a:gsLst>
                        <a:gs pos="0">
                          <a:srgbClr val="00144A"/>
                        </a:gs>
                        <a:gs pos="100000">
                          <a:srgbClr val="00144A"/>
                        </a:gs>
                      </a:gsLst>
                      <a:lin ang="5400000" scaled="1"/>
                    </a:gradFill>
                    <a:latin typeface="72 Brand" panose="020B0504030603020204" pitchFamily="34" charset="0"/>
                    <a:cs typeface="72" panose="020B0503030000000003" pitchFamily="34" charset="0"/>
                  </a:rPr>
                  <a:t>Cloud native</a:t>
                </a:r>
              </a:p>
            </p:txBody>
          </p:sp>
          <p:sp>
            <p:nvSpPr>
              <p:cNvPr id="190" name="TextBox 189">
                <a:extLst>
                  <a:ext uri="{FF2B5EF4-FFF2-40B4-BE49-F238E27FC236}">
                    <a16:creationId xmlns:a16="http://schemas.microsoft.com/office/drawing/2014/main" id="{3411A0C5-939B-6EF4-13DC-611E5C2F5553}"/>
                  </a:ext>
                </a:extLst>
              </p:cNvPr>
              <p:cNvSpPr txBox="1"/>
              <p:nvPr/>
            </p:nvSpPr>
            <p:spPr>
              <a:xfrm>
                <a:off x="8245966" y="5295375"/>
                <a:ext cx="317395" cy="168957"/>
              </a:xfrm>
              <a:prstGeom prst="rect">
                <a:avLst/>
              </a:prstGeom>
              <a:noFill/>
            </p:spPr>
            <p:txBody>
              <a:bodyPr wrap="none" lIns="0" tIns="0" rIns="0" bIns="0" rtlCol="0">
                <a:spAutoFit/>
              </a:bodyPr>
              <a:lstStyle/>
              <a:p>
                <a:pPr defTabSz="1086645">
                  <a:defRPr/>
                </a:pPr>
                <a:r>
                  <a:rPr lang="en-US" sz="1097" kern="0" dirty="0">
                    <a:gradFill>
                      <a:gsLst>
                        <a:gs pos="0">
                          <a:srgbClr val="00144A"/>
                        </a:gs>
                        <a:gs pos="100000">
                          <a:srgbClr val="00144A"/>
                        </a:gs>
                      </a:gsLst>
                      <a:lin ang="5400000" scaled="1"/>
                    </a:gradFill>
                    <a:latin typeface="72 Brand" panose="020B0504030603020204" pitchFamily="34" charset="0"/>
                    <a:cs typeface="72" panose="020B0503030000000003" pitchFamily="34" charset="0"/>
                  </a:rPr>
                  <a:t>Edge</a:t>
                </a:r>
              </a:p>
            </p:txBody>
          </p:sp>
        </p:grpSp>
        <p:sp>
          <p:nvSpPr>
            <p:cNvPr id="8" name="Rectangle: Top Corners Rounded 235">
              <a:extLst>
                <a:ext uri="{FF2B5EF4-FFF2-40B4-BE49-F238E27FC236}">
                  <a16:creationId xmlns:a16="http://schemas.microsoft.com/office/drawing/2014/main" id="{61E43D6D-711C-987B-A29E-F45ED660E8E6}"/>
                </a:ext>
              </a:extLst>
            </p:cNvPr>
            <p:cNvSpPr/>
            <p:nvPr/>
          </p:nvSpPr>
          <p:spPr bwMode="auto">
            <a:xfrm>
              <a:off x="2683600" y="1317607"/>
              <a:ext cx="8072405" cy="1059324"/>
            </a:xfrm>
            <a:prstGeom prst="round2SameRect">
              <a:avLst>
                <a:gd name="adj1" fmla="val 11552"/>
                <a:gd name="adj2" fmla="val 0"/>
              </a:avLst>
            </a:prstGeom>
            <a:gradFill flip="none" rotWithShape="1">
              <a:gsLst>
                <a:gs pos="100000">
                  <a:srgbClr val="0057D2"/>
                </a:gs>
                <a:gs pos="0">
                  <a:srgbClr val="0070F2"/>
                </a:gs>
              </a:gsLst>
              <a:lin ang="2700000" scaled="1"/>
              <a:tileRect/>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698" tIns="97359" rIns="121698" bIns="97359" numCol="1" spcCol="0" rtlCol="0" fromWordArt="0" anchor="ctr" anchorCtr="0" forceAA="0" compatLnSpc="1">
              <a:prstTxWarp prst="textNoShape">
                <a:avLst/>
              </a:prstTxWarp>
              <a:noAutofit/>
            </a:bodyPr>
            <a:lstStyle/>
            <a:p>
              <a:pPr algn="ctr" defTabSz="725233" fontAlgn="base">
                <a:spcBef>
                  <a:spcPct val="0"/>
                </a:spcBef>
                <a:spcAft>
                  <a:spcPct val="0"/>
                </a:spcAft>
                <a:defRPr/>
              </a:pPr>
              <a:endParaRPr lang="en-US" sz="1100" dirty="0">
                <a:gradFill>
                  <a:gsLst>
                    <a:gs pos="0">
                      <a:srgbClr val="00144A"/>
                    </a:gs>
                    <a:gs pos="100000">
                      <a:srgbClr val="00144A"/>
                    </a:gs>
                  </a:gsLst>
                  <a:lin ang="5400000" scaled="1"/>
                </a:gradFill>
                <a:latin typeface="72 Brand" panose="020B0504030603020204" pitchFamily="34" charset="0"/>
                <a:cs typeface="72" panose="020B0503030000000003" pitchFamily="34" charset="0"/>
              </a:endParaRPr>
            </a:p>
          </p:txBody>
        </p:sp>
        <p:sp>
          <p:nvSpPr>
            <p:cNvPr id="9" name="Rectangle: Rounded Corners 239">
              <a:extLst>
                <a:ext uri="{FF2B5EF4-FFF2-40B4-BE49-F238E27FC236}">
                  <a16:creationId xmlns:a16="http://schemas.microsoft.com/office/drawing/2014/main" id="{26F422DB-2061-1233-E611-F13690975F60}"/>
                </a:ext>
              </a:extLst>
            </p:cNvPr>
            <p:cNvSpPr/>
            <p:nvPr/>
          </p:nvSpPr>
          <p:spPr bwMode="gray">
            <a:xfrm>
              <a:off x="2564266" y="1208367"/>
              <a:ext cx="8306008" cy="3276468"/>
            </a:xfrm>
            <a:prstGeom prst="roundRect">
              <a:avLst>
                <a:gd name="adj" fmla="val 3648"/>
              </a:avLst>
            </a:prstGeom>
            <a:noFill/>
            <a:ln w="12700" algn="ctr">
              <a:solidFill>
                <a:srgbClr val="7858FF"/>
              </a:solidFill>
              <a:miter lim="800000"/>
              <a:headEnd/>
              <a:tailEnd/>
            </a:ln>
          </p:spPr>
          <p:txBody>
            <a:bodyPr lIns="182593" tIns="146076" rIns="182593" bIns="146076" rtlCol="0" anchor="t"/>
            <a:lstStyle/>
            <a:p>
              <a:pPr defTabSz="912847" fontAlgn="base">
                <a:spcBef>
                  <a:spcPct val="50000"/>
                </a:spcBef>
                <a:spcAft>
                  <a:spcPct val="0"/>
                </a:spcAft>
                <a:buClr>
                  <a:srgbClr val="F0AB00"/>
                </a:buClr>
                <a:buSzPct val="80000"/>
                <a:defRPr/>
              </a:pPr>
              <a:endParaRPr lang="en-US" sz="1199" kern="0">
                <a:solidFill>
                  <a:srgbClr val="FFFFFF"/>
                </a:solidFill>
                <a:latin typeface="72 Brand"/>
                <a:ea typeface="72 Brand" pitchFamily="34" charset="-128"/>
                <a:cs typeface="72 Brand" pitchFamily="34" charset="-128"/>
              </a:endParaRPr>
            </a:p>
          </p:txBody>
        </p:sp>
        <p:sp>
          <p:nvSpPr>
            <p:cNvPr id="10" name="Rectangle 9">
              <a:extLst>
                <a:ext uri="{FF2B5EF4-FFF2-40B4-BE49-F238E27FC236}">
                  <a16:creationId xmlns:a16="http://schemas.microsoft.com/office/drawing/2014/main" id="{1F87FD5C-0D27-DF3D-205F-31D30B09E4DA}"/>
                </a:ext>
              </a:extLst>
            </p:cNvPr>
            <p:cNvSpPr/>
            <p:nvPr/>
          </p:nvSpPr>
          <p:spPr bwMode="gray">
            <a:xfrm>
              <a:off x="2683604" y="2370944"/>
              <a:ext cx="8072404" cy="1229018"/>
            </a:xfrm>
            <a:prstGeom prst="rect">
              <a:avLst/>
            </a:prstGeom>
            <a:gradFill>
              <a:gsLst>
                <a:gs pos="0">
                  <a:srgbClr val="0070F2">
                    <a:alpha val="80000"/>
                  </a:srgbClr>
                </a:gs>
                <a:gs pos="100000">
                  <a:srgbClr val="0070F2"/>
                </a:gs>
              </a:gsLst>
              <a:lin ang="5400000" scaled="0"/>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698" tIns="97359" rIns="121698" bIns="97359" numCol="1" spcCol="0" rtlCol="0" fromWordArt="0" anchor="ctr" anchorCtr="0" forceAA="0" compatLnSpc="1">
              <a:prstTxWarp prst="textNoShape">
                <a:avLst/>
              </a:prstTxWarp>
              <a:noAutofit/>
            </a:bodyPr>
            <a:lstStyle/>
            <a:p>
              <a:pPr algn="ctr" defTabSz="725233" fontAlgn="base">
                <a:spcBef>
                  <a:spcPct val="0"/>
                </a:spcBef>
                <a:spcAft>
                  <a:spcPct val="0"/>
                </a:spcAft>
                <a:defRPr/>
              </a:pPr>
              <a:endParaRPr lang="en-US" sz="1100" dirty="0">
                <a:gradFill>
                  <a:gsLst>
                    <a:gs pos="0">
                      <a:srgbClr val="00144A"/>
                    </a:gs>
                    <a:gs pos="100000">
                      <a:srgbClr val="00144A"/>
                    </a:gs>
                  </a:gsLst>
                  <a:lin ang="5400000" scaled="1"/>
                </a:gradFill>
                <a:latin typeface="72 Brand" panose="020B0504030603020204" pitchFamily="34" charset="0"/>
                <a:cs typeface="72" panose="020B0503030000000003" pitchFamily="34" charset="0"/>
              </a:endParaRPr>
            </a:p>
          </p:txBody>
        </p:sp>
        <p:sp>
          <p:nvSpPr>
            <p:cNvPr id="11" name="Rectangle: Top Corners Rounded 241">
              <a:extLst>
                <a:ext uri="{FF2B5EF4-FFF2-40B4-BE49-F238E27FC236}">
                  <a16:creationId xmlns:a16="http://schemas.microsoft.com/office/drawing/2014/main" id="{A8ABEE10-8AFF-E965-96FE-862B92E048A3}"/>
                </a:ext>
              </a:extLst>
            </p:cNvPr>
            <p:cNvSpPr/>
            <p:nvPr/>
          </p:nvSpPr>
          <p:spPr bwMode="gray">
            <a:xfrm flipV="1">
              <a:off x="2683603" y="3596143"/>
              <a:ext cx="8072404" cy="770683"/>
            </a:xfrm>
            <a:prstGeom prst="round2SameRect">
              <a:avLst>
                <a:gd name="adj1" fmla="val 16001"/>
                <a:gd name="adj2" fmla="val 0"/>
              </a:avLst>
            </a:prstGeom>
            <a:gradFill flip="none" rotWithShape="1">
              <a:gsLst>
                <a:gs pos="99000">
                  <a:srgbClr val="1B90FF">
                    <a:alpha val="60000"/>
                  </a:srgbClr>
                </a:gs>
                <a:gs pos="0">
                  <a:srgbClr val="1B90FF"/>
                </a:gs>
              </a:gsLst>
              <a:lin ang="2700000" scaled="0"/>
              <a:tileRect/>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698" tIns="97359" rIns="121698" bIns="97359" numCol="1" spcCol="0" rtlCol="0" fromWordArt="0" anchor="ctr" anchorCtr="0" forceAA="0" compatLnSpc="1">
              <a:prstTxWarp prst="textNoShape">
                <a:avLst/>
              </a:prstTxWarp>
              <a:noAutofit/>
            </a:bodyPr>
            <a:lstStyle/>
            <a:p>
              <a:pPr algn="ctr" defTabSz="725233" fontAlgn="base">
                <a:spcBef>
                  <a:spcPct val="0"/>
                </a:spcBef>
                <a:spcAft>
                  <a:spcPct val="0"/>
                </a:spcAft>
                <a:defRPr/>
              </a:pPr>
              <a:endParaRPr lang="en-US" sz="1100" dirty="0">
                <a:gradFill>
                  <a:gsLst>
                    <a:gs pos="0">
                      <a:srgbClr val="00144A"/>
                    </a:gs>
                    <a:gs pos="100000">
                      <a:srgbClr val="00144A"/>
                    </a:gs>
                  </a:gsLst>
                  <a:lin ang="5400000" scaled="1"/>
                </a:gradFill>
                <a:latin typeface="72 Brand" panose="020B0504030603020204" pitchFamily="34" charset="0"/>
                <a:cs typeface="72" panose="020B0503030000000003" pitchFamily="34" charset="0"/>
              </a:endParaRPr>
            </a:p>
          </p:txBody>
        </p:sp>
        <p:sp>
          <p:nvSpPr>
            <p:cNvPr id="12" name="TextBox 11">
              <a:extLst>
                <a:ext uri="{FF2B5EF4-FFF2-40B4-BE49-F238E27FC236}">
                  <a16:creationId xmlns:a16="http://schemas.microsoft.com/office/drawing/2014/main" id="{C5522BCC-B1B1-DB7F-6DD4-666E64E0B380}"/>
                </a:ext>
              </a:extLst>
            </p:cNvPr>
            <p:cNvSpPr txBox="1"/>
            <p:nvPr/>
          </p:nvSpPr>
          <p:spPr>
            <a:xfrm>
              <a:off x="5686702" y="1533168"/>
              <a:ext cx="1904368" cy="214995"/>
            </a:xfrm>
            <a:prstGeom prst="rect">
              <a:avLst/>
            </a:prstGeom>
            <a:noFill/>
          </p:spPr>
          <p:txBody>
            <a:bodyPr wrap="none" lIns="0" tIns="0" rIns="0" bIns="0" rtlCol="0">
              <a:spAutoFit/>
            </a:bodyPr>
            <a:lstStyle>
              <a:defPPr>
                <a:defRPr lang="de-DE"/>
              </a:defPPr>
              <a:lvl1pPr algn="ctr">
                <a:defRPr sz="1400">
                  <a:gradFill>
                    <a:gsLst>
                      <a:gs pos="0">
                        <a:srgbClr val="00144A"/>
                      </a:gs>
                      <a:gs pos="100000">
                        <a:srgbClr val="00144A"/>
                      </a:gs>
                    </a:gsLst>
                    <a:lin ang="5400000" scaled="1"/>
                  </a:gradFill>
                  <a:latin typeface="72 Brand Medium" panose="020B0604030603020204" pitchFamily="34" charset="0"/>
                  <a:cs typeface="72" panose="020B0503030000000003" pitchFamily="34" charset="0"/>
                </a:defRPr>
              </a:lvl1pPr>
            </a:lstStyle>
            <a:p>
              <a:pPr defTabSz="1086645">
                <a:defRPr/>
              </a:pPr>
              <a:r>
                <a:rPr lang="en-US" sz="1397" kern="0" dirty="0">
                  <a:gradFill>
                    <a:gsLst>
                      <a:gs pos="0">
                        <a:srgbClr val="FFFFFF"/>
                      </a:gs>
                      <a:gs pos="100000">
                        <a:srgbClr val="FFFFFF"/>
                      </a:gs>
                    </a:gsLst>
                    <a:lin ang="5400000" scaled="1"/>
                  </a:gradFill>
                </a:rPr>
                <a:t>Intelligent applications</a:t>
              </a:r>
            </a:p>
          </p:txBody>
        </p:sp>
        <p:sp>
          <p:nvSpPr>
            <p:cNvPr id="13" name="TextBox 12">
              <a:extLst>
                <a:ext uri="{FF2B5EF4-FFF2-40B4-BE49-F238E27FC236}">
                  <a16:creationId xmlns:a16="http://schemas.microsoft.com/office/drawing/2014/main" id="{5E1A62DF-4AE4-DC22-FBF4-8ABE18402A77}"/>
                </a:ext>
              </a:extLst>
            </p:cNvPr>
            <p:cNvSpPr txBox="1"/>
            <p:nvPr/>
          </p:nvSpPr>
          <p:spPr>
            <a:xfrm>
              <a:off x="6077519" y="2495473"/>
              <a:ext cx="1668727" cy="215444"/>
            </a:xfrm>
            <a:prstGeom prst="rect">
              <a:avLst/>
            </a:prstGeom>
            <a:noFill/>
          </p:spPr>
          <p:txBody>
            <a:bodyPr wrap="none" lIns="0" tIns="0" rIns="0" bIns="0" rtlCol="0">
              <a:spAutoFit/>
            </a:bodyPr>
            <a:lstStyle>
              <a:defPPr>
                <a:defRPr lang="de-DE"/>
              </a:defPPr>
              <a:lvl1pPr algn="ctr">
                <a:defRPr sz="1400">
                  <a:gradFill>
                    <a:gsLst>
                      <a:gs pos="0">
                        <a:srgbClr val="00144A"/>
                      </a:gs>
                      <a:gs pos="100000">
                        <a:srgbClr val="00144A"/>
                      </a:gs>
                    </a:gsLst>
                    <a:lin ang="5400000" scaled="1"/>
                  </a:gradFill>
                  <a:latin typeface="72 Brand Medium" panose="020B0604030603020204" pitchFamily="34" charset="0"/>
                  <a:cs typeface="72" panose="020B0503030000000003" pitchFamily="34" charset="0"/>
                </a:defRPr>
              </a:lvl1pPr>
            </a:lstStyle>
            <a:p>
              <a:pPr defTabSz="1086645">
                <a:defRPr/>
              </a:pPr>
              <a:r>
                <a:rPr lang="en-US" dirty="0">
                  <a:gradFill>
                    <a:gsLst>
                      <a:gs pos="100000">
                        <a:prstClr val="white"/>
                      </a:gs>
                      <a:gs pos="0">
                        <a:prstClr val="white"/>
                      </a:gs>
                    </a:gsLst>
                    <a:lin ang="2700000" scaled="0"/>
                  </a:gradFill>
                </a:rPr>
                <a:t>Business data fabric</a:t>
              </a:r>
            </a:p>
          </p:txBody>
        </p:sp>
        <p:grpSp>
          <p:nvGrpSpPr>
            <p:cNvPr id="14" name="Group 13">
              <a:extLst>
                <a:ext uri="{FF2B5EF4-FFF2-40B4-BE49-F238E27FC236}">
                  <a16:creationId xmlns:a16="http://schemas.microsoft.com/office/drawing/2014/main" id="{1B5994E0-A355-E0CF-BEB1-406FB3E99E10}"/>
                </a:ext>
              </a:extLst>
            </p:cNvPr>
            <p:cNvGrpSpPr/>
            <p:nvPr/>
          </p:nvGrpSpPr>
          <p:grpSpPr>
            <a:xfrm>
              <a:off x="2917070" y="1902928"/>
              <a:ext cx="7582617" cy="309510"/>
              <a:chOff x="3251905" y="1813838"/>
              <a:chExt cx="7531734" cy="309914"/>
            </a:xfrm>
          </p:grpSpPr>
          <p:sp>
            <p:nvSpPr>
              <p:cNvPr id="182" name="Rectangle: Rounded Corners 29">
                <a:extLst>
                  <a:ext uri="{FF2B5EF4-FFF2-40B4-BE49-F238E27FC236}">
                    <a16:creationId xmlns:a16="http://schemas.microsoft.com/office/drawing/2014/main" id="{245868D7-67D5-5CE2-6B1F-BA4E2148489E}"/>
                  </a:ext>
                </a:extLst>
              </p:cNvPr>
              <p:cNvSpPr/>
              <p:nvPr/>
            </p:nvSpPr>
            <p:spPr bwMode="auto">
              <a:xfrm>
                <a:off x="3251905" y="1813838"/>
                <a:ext cx="2446553" cy="309913"/>
              </a:xfrm>
              <a:prstGeom prst="roundRect">
                <a:avLst>
                  <a:gd name="adj" fmla="val 50000"/>
                </a:avLst>
              </a:prstGeom>
              <a:gradFill flip="none" rotWithShape="1">
                <a:gsLst>
                  <a:gs pos="0">
                    <a:srgbClr val="0057D2"/>
                  </a:gs>
                  <a:gs pos="100000">
                    <a:srgbClr val="0040B0"/>
                  </a:gs>
                </a:gsLst>
                <a:lin ang="2700000" scaled="1"/>
                <a:tileRect/>
              </a:gradFill>
              <a:ln w="12700" cap="flat" cmpd="sng" algn="ctr">
                <a:noFill/>
                <a:prstDash val="solid"/>
                <a:headEnd type="none" w="med" len="med"/>
                <a:tailEnd type="none" w="med" len="med"/>
              </a:ln>
              <a:effectLst/>
            </p:spPr>
            <p:txBody>
              <a:bodyPr rot="0" spcFirstLastPara="0" vertOverflow="overflow" horzOverflow="overflow" vert="horz" wrap="none" lIns="182593" tIns="145886" rIns="182356" bIns="145886" numCol="1" spcCol="0" rtlCol="0" fromWordArt="0" anchor="ctr" anchorCtr="0" forceAA="0" compatLnSpc="1">
                <a:prstTxWarp prst="textNoShape">
                  <a:avLst/>
                </a:prstTxWarp>
                <a:noAutofit/>
              </a:bodyPr>
              <a:lstStyle/>
              <a:p>
                <a:pPr algn="ctr" defTabSz="725233" fontAlgn="base">
                  <a:spcBef>
                    <a:spcPct val="0"/>
                  </a:spcBef>
                  <a:spcAft>
                    <a:spcPct val="0"/>
                  </a:spcAft>
                  <a:defRPr/>
                </a:pPr>
                <a:r>
                  <a:rPr lang="en-US" sz="1100" dirty="0">
                    <a:gradFill>
                      <a:gsLst>
                        <a:gs pos="0">
                          <a:prstClr val="white"/>
                        </a:gs>
                        <a:gs pos="100000">
                          <a:prstClr val="white"/>
                        </a:gs>
                      </a:gsLst>
                      <a:lin ang="5400000" scaled="1"/>
                    </a:gradFill>
                    <a:latin typeface="72 Brand" panose="020B0504030603020204" pitchFamily="34" charset="0"/>
                    <a:cs typeface="72" panose="020B0503030000000003" pitchFamily="34" charset="0"/>
                  </a:rPr>
                  <a:t>Adaptive experiences</a:t>
                </a:r>
              </a:p>
            </p:txBody>
          </p:sp>
          <p:sp>
            <p:nvSpPr>
              <p:cNvPr id="183" name="Rectangle: Rounded Corners 29">
                <a:extLst>
                  <a:ext uri="{FF2B5EF4-FFF2-40B4-BE49-F238E27FC236}">
                    <a16:creationId xmlns:a16="http://schemas.microsoft.com/office/drawing/2014/main" id="{9E23D3A7-C59C-1D71-369F-ABEC2D7B54E7}"/>
                  </a:ext>
                </a:extLst>
              </p:cNvPr>
              <p:cNvSpPr/>
              <p:nvPr/>
            </p:nvSpPr>
            <p:spPr bwMode="auto">
              <a:xfrm>
                <a:off x="5794496" y="1813839"/>
                <a:ext cx="2446553" cy="309913"/>
              </a:xfrm>
              <a:prstGeom prst="roundRect">
                <a:avLst>
                  <a:gd name="adj" fmla="val 50000"/>
                </a:avLst>
              </a:prstGeom>
              <a:gradFill flip="none" rotWithShape="1">
                <a:gsLst>
                  <a:gs pos="0">
                    <a:srgbClr val="0057D2"/>
                  </a:gs>
                  <a:gs pos="100000">
                    <a:srgbClr val="0040B0"/>
                  </a:gs>
                </a:gsLst>
                <a:lin ang="2700000" scaled="1"/>
                <a:tileRect/>
              </a:gradFill>
              <a:ln w="12700" cap="flat" cmpd="sng" algn="ctr">
                <a:noFill/>
                <a:prstDash val="solid"/>
                <a:headEnd type="none" w="med" len="med"/>
                <a:tailEnd type="none" w="med" len="med"/>
              </a:ln>
              <a:effectLst/>
            </p:spPr>
            <p:txBody>
              <a:bodyPr rot="0" spcFirstLastPara="0" vertOverflow="overflow" horzOverflow="overflow" vert="horz" wrap="none" lIns="182593" tIns="145886" rIns="182356" bIns="145886" numCol="1" spcCol="0" rtlCol="0" fromWordArt="0" anchor="ctr" anchorCtr="0" forceAA="0" compatLnSpc="1">
                <a:prstTxWarp prst="textNoShape">
                  <a:avLst/>
                </a:prstTxWarp>
                <a:noAutofit/>
              </a:bodyPr>
              <a:lstStyle/>
              <a:p>
                <a:pPr algn="ctr" defTabSz="725233" fontAlgn="base">
                  <a:spcBef>
                    <a:spcPct val="0"/>
                  </a:spcBef>
                  <a:spcAft>
                    <a:spcPct val="0"/>
                  </a:spcAft>
                  <a:defRPr/>
                </a:pPr>
                <a:r>
                  <a:rPr lang="en-US" sz="1100" dirty="0">
                    <a:gradFill>
                      <a:gsLst>
                        <a:gs pos="0">
                          <a:prstClr val="white"/>
                        </a:gs>
                        <a:gs pos="100000">
                          <a:prstClr val="white"/>
                        </a:gs>
                      </a:gsLst>
                      <a:lin ang="5400000" scaled="1"/>
                    </a:gradFill>
                    <a:latin typeface="72 Brand" panose="020B0504030603020204" pitchFamily="34" charset="0"/>
                    <a:cs typeface="72" panose="020B0503030000000003" pitchFamily="34" charset="0"/>
                  </a:rPr>
                  <a:t>Planning and simulations</a:t>
                </a:r>
              </a:p>
            </p:txBody>
          </p:sp>
          <p:sp>
            <p:nvSpPr>
              <p:cNvPr id="184" name="Rectangle: Rounded Corners 29">
                <a:extLst>
                  <a:ext uri="{FF2B5EF4-FFF2-40B4-BE49-F238E27FC236}">
                    <a16:creationId xmlns:a16="http://schemas.microsoft.com/office/drawing/2014/main" id="{22A85E81-1111-61FC-9F6C-E7D4C3CD2AB8}"/>
                  </a:ext>
                </a:extLst>
              </p:cNvPr>
              <p:cNvSpPr/>
              <p:nvPr/>
            </p:nvSpPr>
            <p:spPr bwMode="auto">
              <a:xfrm>
                <a:off x="8337086" y="1813839"/>
                <a:ext cx="2446553" cy="309913"/>
              </a:xfrm>
              <a:prstGeom prst="roundRect">
                <a:avLst>
                  <a:gd name="adj" fmla="val 50000"/>
                </a:avLst>
              </a:prstGeom>
              <a:gradFill flip="none" rotWithShape="1">
                <a:gsLst>
                  <a:gs pos="0">
                    <a:srgbClr val="0057D2"/>
                  </a:gs>
                  <a:gs pos="100000">
                    <a:srgbClr val="0040B0"/>
                  </a:gs>
                </a:gsLst>
                <a:lin ang="2700000" scaled="1"/>
                <a:tileRect/>
              </a:gradFill>
              <a:ln w="12700" cap="flat" cmpd="sng" algn="ctr">
                <a:noFill/>
                <a:prstDash val="solid"/>
                <a:headEnd type="none" w="med" len="med"/>
                <a:tailEnd type="none" w="med" len="med"/>
              </a:ln>
              <a:effectLst/>
            </p:spPr>
            <p:txBody>
              <a:bodyPr rot="0" spcFirstLastPara="0" vertOverflow="overflow" horzOverflow="overflow" vert="horz" wrap="none" lIns="182593" tIns="145886" rIns="182356" bIns="145886" numCol="1" spcCol="0" rtlCol="0" fromWordArt="0" anchor="ctr" anchorCtr="0" forceAA="0" compatLnSpc="1">
                <a:prstTxWarp prst="textNoShape">
                  <a:avLst/>
                </a:prstTxWarp>
                <a:noAutofit/>
              </a:bodyPr>
              <a:lstStyle/>
              <a:p>
                <a:pPr algn="ctr" defTabSz="725233" fontAlgn="base">
                  <a:spcBef>
                    <a:spcPct val="0"/>
                  </a:spcBef>
                  <a:spcAft>
                    <a:spcPct val="0"/>
                  </a:spcAft>
                  <a:defRPr/>
                </a:pPr>
                <a:r>
                  <a:rPr lang="en-US" sz="1100" dirty="0">
                    <a:gradFill>
                      <a:gsLst>
                        <a:gs pos="0">
                          <a:prstClr val="white"/>
                        </a:gs>
                        <a:gs pos="100000">
                          <a:prstClr val="white"/>
                        </a:gs>
                      </a:gsLst>
                      <a:lin ang="5400000" scaled="1"/>
                    </a:gradFill>
                    <a:latin typeface="72 Brand" panose="020B0504030603020204" pitchFamily="34" charset="0"/>
                    <a:cs typeface="72" panose="020B0503030000000003" pitchFamily="34" charset="0"/>
                  </a:rPr>
                  <a:t>Partner applications</a:t>
                </a:r>
              </a:p>
            </p:txBody>
          </p:sp>
        </p:grpSp>
        <p:grpSp>
          <p:nvGrpSpPr>
            <p:cNvPr id="15" name="Group 14">
              <a:extLst>
                <a:ext uri="{FF2B5EF4-FFF2-40B4-BE49-F238E27FC236}">
                  <a16:creationId xmlns:a16="http://schemas.microsoft.com/office/drawing/2014/main" id="{22110772-78D3-D47D-A558-2ABF3B2BD5B0}"/>
                </a:ext>
              </a:extLst>
            </p:cNvPr>
            <p:cNvGrpSpPr/>
            <p:nvPr/>
          </p:nvGrpSpPr>
          <p:grpSpPr>
            <a:xfrm>
              <a:off x="3111326" y="3826731"/>
              <a:ext cx="7267002" cy="309509"/>
              <a:chOff x="92565" y="4282203"/>
              <a:chExt cx="7666981" cy="309509"/>
            </a:xfrm>
          </p:grpSpPr>
          <p:sp>
            <p:nvSpPr>
              <p:cNvPr id="179" name="Rectangle: Rounded Corners 29">
                <a:extLst>
                  <a:ext uri="{FF2B5EF4-FFF2-40B4-BE49-F238E27FC236}">
                    <a16:creationId xmlns:a16="http://schemas.microsoft.com/office/drawing/2014/main" id="{AD012171-609E-B168-4843-D70A13111068}"/>
                  </a:ext>
                </a:extLst>
              </p:cNvPr>
              <p:cNvSpPr/>
              <p:nvPr/>
            </p:nvSpPr>
            <p:spPr bwMode="auto">
              <a:xfrm>
                <a:off x="92565" y="4282203"/>
                <a:ext cx="3920612" cy="309509"/>
              </a:xfrm>
              <a:prstGeom prst="roundRect">
                <a:avLst>
                  <a:gd name="adj" fmla="val 50000"/>
                </a:avLst>
              </a:prstGeom>
              <a:solidFill>
                <a:srgbClr val="0057D2"/>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6" tIns="146000" rIns="182498" bIns="146000" numCol="1" spcCol="0" rtlCol="0" fromWordArt="0" anchor="ctr" anchorCtr="0" forceAA="0" compatLnSpc="1">
                <a:prstTxWarp prst="textNoShape">
                  <a:avLst/>
                </a:prstTxWarp>
                <a:noAutofit/>
              </a:bodyPr>
              <a:lstStyle/>
              <a:p>
                <a:pPr algn="ctr" defTabSz="930469" fontAlgn="base">
                  <a:spcBef>
                    <a:spcPct val="0"/>
                  </a:spcBef>
                  <a:spcAft>
                    <a:spcPct val="0"/>
                  </a:spcAft>
                  <a:defRPr/>
                </a:pPr>
                <a:r>
                  <a:rPr lang="en-US" sz="1100" spc="13">
                    <a:gradFill>
                      <a:gsLst>
                        <a:gs pos="0">
                          <a:prstClr val="white"/>
                        </a:gs>
                        <a:gs pos="100000">
                          <a:prstClr val="white"/>
                        </a:gs>
                      </a:gsLst>
                      <a:lin ang="5400000" scaled="1"/>
                    </a:gradFill>
                    <a:latin typeface="72 Brand Book" panose="020B0404030603020204" pitchFamily="34" charset="0"/>
                  </a:rPr>
                  <a:t>Data products</a:t>
                </a:r>
              </a:p>
            </p:txBody>
          </p:sp>
          <p:sp>
            <p:nvSpPr>
              <p:cNvPr id="180" name="Rectangle: Rounded Corners 29">
                <a:extLst>
                  <a:ext uri="{FF2B5EF4-FFF2-40B4-BE49-F238E27FC236}">
                    <a16:creationId xmlns:a16="http://schemas.microsoft.com/office/drawing/2014/main" id="{390AA746-AD04-1E1A-7BCB-20D9D3F27E94}"/>
                  </a:ext>
                </a:extLst>
              </p:cNvPr>
              <p:cNvSpPr/>
              <p:nvPr/>
            </p:nvSpPr>
            <p:spPr bwMode="auto">
              <a:xfrm>
                <a:off x="4094573" y="4282203"/>
                <a:ext cx="3664973" cy="309509"/>
              </a:xfrm>
              <a:prstGeom prst="roundRect">
                <a:avLst>
                  <a:gd name="adj" fmla="val 50000"/>
                </a:avLst>
              </a:prstGeom>
              <a:solidFill>
                <a:srgbClr val="0057D2"/>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6" tIns="146000" rIns="182498" bIns="146000" numCol="1" spcCol="0" rtlCol="0" fromWordArt="0" anchor="ctr" anchorCtr="0" forceAA="0" compatLnSpc="1">
                <a:prstTxWarp prst="textNoShape">
                  <a:avLst/>
                </a:prstTxWarp>
                <a:noAutofit/>
              </a:bodyPr>
              <a:lstStyle/>
              <a:p>
                <a:pPr algn="ctr" defTabSz="930469" fontAlgn="base">
                  <a:spcBef>
                    <a:spcPct val="0"/>
                  </a:spcBef>
                  <a:spcAft>
                    <a:spcPct val="0"/>
                  </a:spcAft>
                  <a:defRPr/>
                </a:pPr>
                <a:r>
                  <a:rPr lang="en-US" sz="1100" spc="13">
                    <a:gradFill>
                      <a:gsLst>
                        <a:gs pos="0">
                          <a:prstClr val="white"/>
                        </a:gs>
                        <a:gs pos="100000">
                          <a:prstClr val="white"/>
                        </a:gs>
                      </a:gsLst>
                      <a:lin ang="5400000" scaled="1"/>
                    </a:gradFill>
                    <a:latin typeface="72 Brand Book" panose="020B0404030603020204" pitchFamily="34" charset="0"/>
                  </a:rPr>
                  <a:t>Harmonized data models</a:t>
                </a:r>
              </a:p>
            </p:txBody>
          </p:sp>
          <p:cxnSp>
            <p:nvCxnSpPr>
              <p:cNvPr id="181" name="Straight Connector 180">
                <a:extLst>
                  <a:ext uri="{FF2B5EF4-FFF2-40B4-BE49-F238E27FC236}">
                    <a16:creationId xmlns:a16="http://schemas.microsoft.com/office/drawing/2014/main" id="{4B8C911B-EF46-EC64-5F1F-BA8C8F5A75B7}"/>
                  </a:ext>
                </a:extLst>
              </p:cNvPr>
              <p:cNvCxnSpPr>
                <a:cxnSpLocks/>
              </p:cNvCxnSpPr>
              <p:nvPr/>
            </p:nvCxnSpPr>
            <p:spPr>
              <a:xfrm>
                <a:off x="3817939" y="4451975"/>
                <a:ext cx="568325" cy="0"/>
              </a:xfrm>
              <a:prstGeom prst="line">
                <a:avLst/>
              </a:prstGeom>
              <a:noFill/>
              <a:ln w="12700" cap="flat" cmpd="sng" algn="ctr">
                <a:gradFill flip="none" rotWithShape="1">
                  <a:gsLst>
                    <a:gs pos="0">
                      <a:srgbClr val="1B90FF">
                        <a:alpha val="0"/>
                      </a:srgbClr>
                    </a:gs>
                    <a:gs pos="85000">
                      <a:srgbClr val="1B90FF"/>
                    </a:gs>
                    <a:gs pos="19000">
                      <a:srgbClr val="1B90FF"/>
                    </a:gs>
                    <a:gs pos="100000">
                      <a:srgbClr val="1B90FF">
                        <a:alpha val="0"/>
                      </a:srgbClr>
                    </a:gs>
                  </a:gsLst>
                  <a:lin ang="0" scaled="1"/>
                  <a:tileRect/>
                </a:gradFill>
                <a:prstDash val="dash"/>
                <a:headEnd type="none" w="med" len="med"/>
                <a:tailEnd type="none" w="med" len="med"/>
              </a:ln>
              <a:effectLst/>
            </p:spPr>
          </p:cxnSp>
        </p:grpSp>
        <p:grpSp>
          <p:nvGrpSpPr>
            <p:cNvPr id="16" name="Group 15">
              <a:extLst>
                <a:ext uri="{FF2B5EF4-FFF2-40B4-BE49-F238E27FC236}">
                  <a16:creationId xmlns:a16="http://schemas.microsoft.com/office/drawing/2014/main" id="{E2DE4782-9B87-CDF4-5272-C9EDC45D8AA8}"/>
                </a:ext>
              </a:extLst>
            </p:cNvPr>
            <p:cNvGrpSpPr/>
            <p:nvPr/>
          </p:nvGrpSpPr>
          <p:grpSpPr>
            <a:xfrm>
              <a:off x="4525886" y="4644507"/>
              <a:ext cx="4772003" cy="603593"/>
              <a:chOff x="4618542" y="4907940"/>
              <a:chExt cx="4778226" cy="604379"/>
            </a:xfrm>
          </p:grpSpPr>
          <p:sp>
            <p:nvSpPr>
              <p:cNvPr id="156" name="Rectangle: Rounded Corners 207">
                <a:extLst>
                  <a:ext uri="{FF2B5EF4-FFF2-40B4-BE49-F238E27FC236}">
                    <a16:creationId xmlns:a16="http://schemas.microsoft.com/office/drawing/2014/main" id="{A893BB52-48A8-687B-5864-916B6183C07A}"/>
                  </a:ext>
                </a:extLst>
              </p:cNvPr>
              <p:cNvSpPr/>
              <p:nvPr/>
            </p:nvSpPr>
            <p:spPr bwMode="gray">
              <a:xfrm>
                <a:off x="4618542" y="4907940"/>
                <a:ext cx="4778226" cy="604379"/>
              </a:xfrm>
              <a:prstGeom prst="roundRect">
                <a:avLst>
                  <a:gd name="adj" fmla="val 12790"/>
                </a:avLst>
              </a:prstGeom>
              <a:gradFill flip="none" rotWithShape="1">
                <a:gsLst>
                  <a:gs pos="100000">
                    <a:srgbClr val="D1EFFF"/>
                  </a:gs>
                  <a:gs pos="0">
                    <a:srgbClr val="EBF8FF"/>
                  </a:gs>
                </a:gsLst>
                <a:lin ang="2700000" scaled="1"/>
                <a:tileRect/>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698" tIns="97359" rIns="121698" bIns="97359" numCol="1" spcCol="0" rtlCol="0" fromWordArt="0" anchor="t" anchorCtr="0" forceAA="0" compatLnSpc="1">
                <a:prstTxWarp prst="textNoShape">
                  <a:avLst/>
                </a:prstTxWarp>
                <a:noAutofit/>
              </a:bodyPr>
              <a:lstStyle/>
              <a:p>
                <a:pPr defTabSz="620499" fontAlgn="base">
                  <a:spcBef>
                    <a:spcPct val="0"/>
                  </a:spcBef>
                  <a:spcAft>
                    <a:spcPct val="0"/>
                  </a:spcAft>
                  <a:defRPr/>
                </a:pPr>
                <a:endParaRPr lang="en-US" sz="2398" dirty="0">
                  <a:gradFill>
                    <a:gsLst>
                      <a:gs pos="0">
                        <a:srgbClr val="FFFFFF"/>
                      </a:gs>
                      <a:gs pos="100000">
                        <a:srgbClr val="FFFFFF"/>
                      </a:gs>
                    </a:gsLst>
                    <a:lin ang="5400000" scaled="1"/>
                  </a:gradFill>
                  <a:latin typeface="72 Brand" panose="020B0504030603020204" pitchFamily="34" charset="0"/>
                  <a:cs typeface="72" panose="020B0503030000000003" pitchFamily="34" charset="0"/>
                </a:endParaRPr>
              </a:p>
            </p:txBody>
          </p:sp>
          <p:sp>
            <p:nvSpPr>
              <p:cNvPr id="157" name="TextBox 156">
                <a:extLst>
                  <a:ext uri="{FF2B5EF4-FFF2-40B4-BE49-F238E27FC236}">
                    <a16:creationId xmlns:a16="http://schemas.microsoft.com/office/drawing/2014/main" id="{C0B587CB-40E2-A0A0-86AD-F23CFBB5CA34}"/>
                  </a:ext>
                </a:extLst>
              </p:cNvPr>
              <p:cNvSpPr txBox="1"/>
              <p:nvPr/>
            </p:nvSpPr>
            <p:spPr>
              <a:xfrm>
                <a:off x="4774378" y="5117240"/>
                <a:ext cx="789705" cy="215275"/>
              </a:xfrm>
              <a:prstGeom prst="rect">
                <a:avLst/>
              </a:prstGeom>
              <a:noFill/>
            </p:spPr>
            <p:txBody>
              <a:bodyPr wrap="none" lIns="0" tIns="0" rIns="0" bIns="0" rtlCol="0">
                <a:spAutoFit/>
              </a:bodyPr>
              <a:lstStyle/>
              <a:p>
                <a:pPr defTabSz="1086645">
                  <a:defRPr/>
                </a:pPr>
                <a:r>
                  <a:rPr lang="en-US" sz="1397" kern="0" dirty="0">
                    <a:gradFill>
                      <a:gsLst>
                        <a:gs pos="0">
                          <a:srgbClr val="00144A"/>
                        </a:gs>
                        <a:gs pos="100000">
                          <a:srgbClr val="00144A"/>
                        </a:gs>
                      </a:gsLst>
                      <a:lin ang="5400000" scaled="1"/>
                    </a:gradFill>
                    <a:latin typeface="72 Brand Medium" panose="020B0604030603020204" pitchFamily="34" charset="0"/>
                    <a:cs typeface="72" panose="020B0503030000000003" pitchFamily="34" charset="0"/>
                  </a:rPr>
                  <a:t>SAP apps</a:t>
                </a:r>
              </a:p>
            </p:txBody>
          </p:sp>
          <p:grpSp>
            <p:nvGrpSpPr>
              <p:cNvPr id="158" name="Group 157">
                <a:extLst>
                  <a:ext uri="{FF2B5EF4-FFF2-40B4-BE49-F238E27FC236}">
                    <a16:creationId xmlns:a16="http://schemas.microsoft.com/office/drawing/2014/main" id="{C61092E7-3A2A-909B-B54C-7D37D2ED7051}"/>
                  </a:ext>
                </a:extLst>
              </p:cNvPr>
              <p:cNvGrpSpPr/>
              <p:nvPr/>
            </p:nvGrpSpPr>
            <p:grpSpPr>
              <a:xfrm>
                <a:off x="6289948" y="5015200"/>
                <a:ext cx="406963" cy="406963"/>
                <a:chOff x="1576357" y="4636437"/>
                <a:chExt cx="638319" cy="638319"/>
              </a:xfrm>
            </p:grpSpPr>
            <p:sp>
              <p:nvSpPr>
                <p:cNvPr id="177" name="Rectangle: Rounded Corners 460">
                  <a:extLst>
                    <a:ext uri="{FF2B5EF4-FFF2-40B4-BE49-F238E27FC236}">
                      <a16:creationId xmlns:a16="http://schemas.microsoft.com/office/drawing/2014/main" id="{B1613940-3250-8365-9E9B-8618351BE9C8}"/>
                    </a:ext>
                  </a:extLst>
                </p:cNvPr>
                <p:cNvSpPr/>
                <p:nvPr/>
              </p:nvSpPr>
              <p:spPr bwMode="gray">
                <a:xfrm>
                  <a:off x="1576357" y="4636437"/>
                  <a:ext cx="638319" cy="638319"/>
                </a:xfrm>
                <a:prstGeom prst="roundRect">
                  <a:avLst/>
                </a:prstGeom>
                <a:solidFill>
                  <a:srgbClr val="FFFFFF"/>
                </a:solidFill>
                <a:ln w="25400" algn="ctr">
                  <a:noFill/>
                  <a:miter lim="800000"/>
                  <a:headEnd/>
                  <a:tailEnd/>
                </a:ln>
              </p:spPr>
              <p:txBody>
                <a:bodyPr wrap="none" lIns="182403" tIns="145924" rIns="182403" bIns="145924" rtlCol="0" anchor="t"/>
                <a:lstStyle/>
                <a:p>
                  <a:pPr defTabSz="911934" fontAlgn="base">
                    <a:spcBef>
                      <a:spcPct val="50000"/>
                    </a:spcBef>
                    <a:spcAft>
                      <a:spcPct val="0"/>
                    </a:spcAft>
                    <a:buClr>
                      <a:srgbClr val="F0AB00"/>
                    </a:buClr>
                    <a:buSzPct val="80000"/>
                    <a:defRPr/>
                  </a:pPr>
                  <a:endParaRPr lang="en-US" sz="1197" kern="0">
                    <a:solidFill>
                      <a:srgbClr val="FFFFFF"/>
                    </a:solidFill>
                    <a:latin typeface="72 Brand"/>
                    <a:ea typeface="72 Brand" pitchFamily="34" charset="-128"/>
                    <a:cs typeface="72 Brand" pitchFamily="34" charset="-128"/>
                  </a:endParaRPr>
                </a:p>
              </p:txBody>
            </p:sp>
            <p:pic>
              <p:nvPicPr>
                <p:cNvPr id="178" name="Picture 177">
                  <a:extLst>
                    <a:ext uri="{FF2B5EF4-FFF2-40B4-BE49-F238E27FC236}">
                      <a16:creationId xmlns:a16="http://schemas.microsoft.com/office/drawing/2014/main" id="{9F0F9747-6390-CA1F-9CFE-AFC7F41CC278}"/>
                    </a:ext>
                  </a:extLst>
                </p:cNvPr>
                <p:cNvPicPr>
                  <a:picLocks noChangeAspect="1"/>
                </p:cNvPicPr>
                <p:nvPr/>
              </p:nvPicPr>
              <p:blipFill rotWithShape="1">
                <a:blip r:embed="rId3"/>
                <a:srcRect l="1704" t="1724"/>
                <a:stretch/>
              </p:blipFill>
              <p:spPr>
                <a:xfrm>
                  <a:off x="1690539" y="4738495"/>
                  <a:ext cx="409955" cy="434202"/>
                </a:xfrm>
                <a:prstGeom prst="rect">
                  <a:avLst/>
                </a:prstGeom>
              </p:spPr>
            </p:pic>
          </p:grpSp>
          <p:grpSp>
            <p:nvGrpSpPr>
              <p:cNvPr id="159" name="Group 158">
                <a:extLst>
                  <a:ext uri="{FF2B5EF4-FFF2-40B4-BE49-F238E27FC236}">
                    <a16:creationId xmlns:a16="http://schemas.microsoft.com/office/drawing/2014/main" id="{FA441D41-3EC2-DBF8-F860-D5575654FAD6}"/>
                  </a:ext>
                </a:extLst>
              </p:cNvPr>
              <p:cNvGrpSpPr/>
              <p:nvPr/>
            </p:nvGrpSpPr>
            <p:grpSpPr>
              <a:xfrm>
                <a:off x="8364970" y="5015200"/>
                <a:ext cx="406963" cy="406963"/>
                <a:chOff x="1576357" y="5431809"/>
                <a:chExt cx="638319" cy="638319"/>
              </a:xfrm>
            </p:grpSpPr>
            <p:sp>
              <p:nvSpPr>
                <p:cNvPr id="175" name="Rectangle: Rounded Corners 464">
                  <a:extLst>
                    <a:ext uri="{FF2B5EF4-FFF2-40B4-BE49-F238E27FC236}">
                      <a16:creationId xmlns:a16="http://schemas.microsoft.com/office/drawing/2014/main" id="{F5F3E07A-C316-B57B-5BD6-871FD0BFF5F1}"/>
                    </a:ext>
                  </a:extLst>
                </p:cNvPr>
                <p:cNvSpPr/>
                <p:nvPr/>
              </p:nvSpPr>
              <p:spPr bwMode="gray">
                <a:xfrm>
                  <a:off x="1576357" y="5431809"/>
                  <a:ext cx="638319" cy="638319"/>
                </a:xfrm>
                <a:prstGeom prst="roundRect">
                  <a:avLst/>
                </a:prstGeom>
                <a:solidFill>
                  <a:srgbClr val="FFFFFF"/>
                </a:solidFill>
                <a:ln w="25400" algn="ctr">
                  <a:noFill/>
                  <a:miter lim="800000"/>
                  <a:headEnd/>
                  <a:tailEnd/>
                </a:ln>
              </p:spPr>
              <p:txBody>
                <a:bodyPr wrap="none" lIns="182403" tIns="145924" rIns="182403" bIns="145924" rtlCol="0" anchor="t"/>
                <a:lstStyle/>
                <a:p>
                  <a:pPr defTabSz="911934" fontAlgn="base">
                    <a:spcBef>
                      <a:spcPct val="50000"/>
                    </a:spcBef>
                    <a:spcAft>
                      <a:spcPct val="0"/>
                    </a:spcAft>
                    <a:buClr>
                      <a:srgbClr val="F0AB00"/>
                    </a:buClr>
                    <a:buSzPct val="80000"/>
                    <a:defRPr/>
                  </a:pPr>
                  <a:endParaRPr lang="en-US" sz="1197" kern="0">
                    <a:solidFill>
                      <a:srgbClr val="FFFFFF"/>
                    </a:solidFill>
                    <a:latin typeface="72 Brand"/>
                    <a:ea typeface="72 Brand" pitchFamily="34" charset="-128"/>
                    <a:cs typeface="72 Brand" pitchFamily="34" charset="-128"/>
                  </a:endParaRPr>
                </a:p>
              </p:txBody>
            </p:sp>
            <p:pic>
              <p:nvPicPr>
                <p:cNvPr id="176" name="Picture 175">
                  <a:extLst>
                    <a:ext uri="{FF2B5EF4-FFF2-40B4-BE49-F238E27FC236}">
                      <a16:creationId xmlns:a16="http://schemas.microsoft.com/office/drawing/2014/main" id="{AD5377E4-9D90-AE06-D287-672099A56357}"/>
                    </a:ext>
                  </a:extLst>
                </p:cNvPr>
                <p:cNvPicPr>
                  <a:picLocks noChangeAspect="1"/>
                </p:cNvPicPr>
                <p:nvPr/>
              </p:nvPicPr>
              <p:blipFill>
                <a:blip r:embed="rId4"/>
                <a:stretch>
                  <a:fillRect/>
                </a:stretch>
              </p:blipFill>
              <p:spPr>
                <a:xfrm>
                  <a:off x="1692895" y="5563867"/>
                  <a:ext cx="405243" cy="374203"/>
                </a:xfrm>
                <a:prstGeom prst="rect">
                  <a:avLst/>
                </a:prstGeom>
                <a:noFill/>
              </p:spPr>
            </p:pic>
          </p:grpSp>
          <p:grpSp>
            <p:nvGrpSpPr>
              <p:cNvPr id="160" name="Group 159">
                <a:extLst>
                  <a:ext uri="{FF2B5EF4-FFF2-40B4-BE49-F238E27FC236}">
                    <a16:creationId xmlns:a16="http://schemas.microsoft.com/office/drawing/2014/main" id="{D9DC2736-9F49-8110-419C-05DDA356AF1B}"/>
                  </a:ext>
                </a:extLst>
              </p:cNvPr>
              <p:cNvGrpSpPr/>
              <p:nvPr/>
            </p:nvGrpSpPr>
            <p:grpSpPr>
              <a:xfrm>
                <a:off x="5771193" y="5015200"/>
                <a:ext cx="406963" cy="406963"/>
                <a:chOff x="811784" y="4636437"/>
                <a:chExt cx="638319" cy="638319"/>
              </a:xfrm>
            </p:grpSpPr>
            <p:sp>
              <p:nvSpPr>
                <p:cNvPr id="173" name="Rectangle: Rounded Corners 459">
                  <a:extLst>
                    <a:ext uri="{FF2B5EF4-FFF2-40B4-BE49-F238E27FC236}">
                      <a16:creationId xmlns:a16="http://schemas.microsoft.com/office/drawing/2014/main" id="{2E99CE2D-7D6A-2065-16AD-32E7AAE3AF59}"/>
                    </a:ext>
                  </a:extLst>
                </p:cNvPr>
                <p:cNvSpPr/>
                <p:nvPr/>
              </p:nvSpPr>
              <p:spPr bwMode="gray">
                <a:xfrm>
                  <a:off x="811784" y="4636437"/>
                  <a:ext cx="638319" cy="638319"/>
                </a:xfrm>
                <a:prstGeom prst="roundRect">
                  <a:avLst/>
                </a:prstGeom>
                <a:solidFill>
                  <a:srgbClr val="FFFFFF"/>
                </a:solidFill>
                <a:ln w="25400" algn="ctr">
                  <a:noFill/>
                  <a:miter lim="800000"/>
                  <a:headEnd/>
                  <a:tailEnd/>
                </a:ln>
              </p:spPr>
              <p:txBody>
                <a:bodyPr wrap="none" lIns="182403" tIns="145924" rIns="182403" bIns="145924" rtlCol="0" anchor="t"/>
                <a:lstStyle/>
                <a:p>
                  <a:pPr defTabSz="911934" fontAlgn="base">
                    <a:spcBef>
                      <a:spcPct val="50000"/>
                    </a:spcBef>
                    <a:spcAft>
                      <a:spcPct val="0"/>
                    </a:spcAft>
                    <a:buClr>
                      <a:srgbClr val="F0AB00"/>
                    </a:buClr>
                    <a:buSzPct val="80000"/>
                    <a:defRPr/>
                  </a:pPr>
                  <a:endParaRPr lang="en-US" sz="1197" kern="0">
                    <a:solidFill>
                      <a:srgbClr val="FFFFFF"/>
                    </a:solidFill>
                    <a:latin typeface="72 Brand"/>
                    <a:ea typeface="72 Brand" pitchFamily="34" charset="-128"/>
                    <a:cs typeface="72 Brand" pitchFamily="34" charset="-128"/>
                  </a:endParaRPr>
                </a:p>
              </p:txBody>
            </p:sp>
            <p:pic>
              <p:nvPicPr>
                <p:cNvPr id="174" name="Picture 173">
                  <a:extLst>
                    <a:ext uri="{FF2B5EF4-FFF2-40B4-BE49-F238E27FC236}">
                      <a16:creationId xmlns:a16="http://schemas.microsoft.com/office/drawing/2014/main" id="{7A4396B5-F794-F98D-DD47-0989AB0E7F01}"/>
                    </a:ext>
                  </a:extLst>
                </p:cNvPr>
                <p:cNvPicPr>
                  <a:picLocks noChangeAspect="1"/>
                </p:cNvPicPr>
                <p:nvPr/>
              </p:nvPicPr>
              <p:blipFill>
                <a:blip r:embed="rId5"/>
                <a:stretch>
                  <a:fillRect/>
                </a:stretch>
              </p:blipFill>
              <p:spPr>
                <a:xfrm>
                  <a:off x="952198" y="4748724"/>
                  <a:ext cx="357490" cy="413744"/>
                </a:xfrm>
                <a:prstGeom prst="rect">
                  <a:avLst/>
                </a:prstGeom>
              </p:spPr>
            </p:pic>
          </p:grpSp>
          <p:grpSp>
            <p:nvGrpSpPr>
              <p:cNvPr id="161" name="Group 160">
                <a:extLst>
                  <a:ext uri="{FF2B5EF4-FFF2-40B4-BE49-F238E27FC236}">
                    <a16:creationId xmlns:a16="http://schemas.microsoft.com/office/drawing/2014/main" id="{3BAC46B7-EF4C-B7B3-B0B0-3B72B350EB17}"/>
                  </a:ext>
                </a:extLst>
              </p:cNvPr>
              <p:cNvGrpSpPr/>
              <p:nvPr/>
            </p:nvGrpSpPr>
            <p:grpSpPr>
              <a:xfrm>
                <a:off x="6808704" y="5015200"/>
                <a:ext cx="406963" cy="406963"/>
                <a:chOff x="2340929" y="4636437"/>
                <a:chExt cx="638319" cy="638319"/>
              </a:xfrm>
            </p:grpSpPr>
            <p:sp>
              <p:nvSpPr>
                <p:cNvPr id="171" name="Rectangle: Rounded Corners 461">
                  <a:extLst>
                    <a:ext uri="{FF2B5EF4-FFF2-40B4-BE49-F238E27FC236}">
                      <a16:creationId xmlns:a16="http://schemas.microsoft.com/office/drawing/2014/main" id="{762E6E99-5D84-7D12-0EE7-99ADF7D589DD}"/>
                    </a:ext>
                  </a:extLst>
                </p:cNvPr>
                <p:cNvSpPr/>
                <p:nvPr/>
              </p:nvSpPr>
              <p:spPr bwMode="gray">
                <a:xfrm>
                  <a:off x="2340929" y="4636437"/>
                  <a:ext cx="638319" cy="638319"/>
                </a:xfrm>
                <a:prstGeom prst="roundRect">
                  <a:avLst/>
                </a:prstGeom>
                <a:solidFill>
                  <a:srgbClr val="FFFFFF"/>
                </a:solidFill>
                <a:ln w="25400" algn="ctr">
                  <a:noFill/>
                  <a:miter lim="800000"/>
                  <a:headEnd/>
                  <a:tailEnd/>
                </a:ln>
              </p:spPr>
              <p:txBody>
                <a:bodyPr wrap="none" lIns="182403" tIns="145924" rIns="182403" bIns="145924" rtlCol="0" anchor="t"/>
                <a:lstStyle/>
                <a:p>
                  <a:pPr defTabSz="911934" fontAlgn="base">
                    <a:spcBef>
                      <a:spcPct val="50000"/>
                    </a:spcBef>
                    <a:spcAft>
                      <a:spcPct val="0"/>
                    </a:spcAft>
                    <a:buClr>
                      <a:srgbClr val="F0AB00"/>
                    </a:buClr>
                    <a:buSzPct val="80000"/>
                    <a:defRPr/>
                  </a:pPr>
                  <a:endParaRPr lang="en-US" sz="1197" kern="0">
                    <a:solidFill>
                      <a:srgbClr val="FFFFFF"/>
                    </a:solidFill>
                    <a:latin typeface="72 Brand"/>
                    <a:ea typeface="72 Brand" pitchFamily="34" charset="-128"/>
                    <a:cs typeface="72 Brand" pitchFamily="34" charset="-128"/>
                  </a:endParaRPr>
                </a:p>
              </p:txBody>
            </p:sp>
            <p:pic>
              <p:nvPicPr>
                <p:cNvPr id="172" name="Picture 171">
                  <a:extLst>
                    <a:ext uri="{FF2B5EF4-FFF2-40B4-BE49-F238E27FC236}">
                      <a16:creationId xmlns:a16="http://schemas.microsoft.com/office/drawing/2014/main" id="{A9E5841E-A8D7-BEE4-D537-D1D236C01E8C}"/>
                    </a:ext>
                  </a:extLst>
                </p:cNvPr>
                <p:cNvPicPr>
                  <a:picLocks noChangeAspect="1"/>
                </p:cNvPicPr>
                <p:nvPr/>
              </p:nvPicPr>
              <p:blipFill>
                <a:blip r:embed="rId6"/>
                <a:stretch>
                  <a:fillRect/>
                </a:stretch>
              </p:blipFill>
              <p:spPr>
                <a:xfrm>
                  <a:off x="2461172" y="4732303"/>
                  <a:ext cx="397832" cy="446586"/>
                </a:xfrm>
                <a:prstGeom prst="rect">
                  <a:avLst/>
                </a:prstGeom>
              </p:spPr>
            </p:pic>
          </p:grpSp>
          <p:grpSp>
            <p:nvGrpSpPr>
              <p:cNvPr id="162" name="Group 161">
                <a:extLst>
                  <a:ext uri="{FF2B5EF4-FFF2-40B4-BE49-F238E27FC236}">
                    <a16:creationId xmlns:a16="http://schemas.microsoft.com/office/drawing/2014/main" id="{B93074D7-F87C-A07D-1DA2-F6ECD8E85C33}"/>
                  </a:ext>
                </a:extLst>
              </p:cNvPr>
              <p:cNvGrpSpPr/>
              <p:nvPr/>
            </p:nvGrpSpPr>
            <p:grpSpPr>
              <a:xfrm>
                <a:off x="7846216" y="5015200"/>
                <a:ext cx="406963" cy="406963"/>
                <a:chOff x="811784" y="5431809"/>
                <a:chExt cx="638319" cy="638319"/>
              </a:xfrm>
            </p:grpSpPr>
            <p:sp>
              <p:nvSpPr>
                <p:cNvPr id="169" name="Rectangle: Rounded Corners 463">
                  <a:extLst>
                    <a:ext uri="{FF2B5EF4-FFF2-40B4-BE49-F238E27FC236}">
                      <a16:creationId xmlns:a16="http://schemas.microsoft.com/office/drawing/2014/main" id="{4D984129-0F31-06BF-7B56-1419A84C06A9}"/>
                    </a:ext>
                  </a:extLst>
                </p:cNvPr>
                <p:cNvSpPr/>
                <p:nvPr/>
              </p:nvSpPr>
              <p:spPr bwMode="gray">
                <a:xfrm>
                  <a:off x="811784" y="5431809"/>
                  <a:ext cx="638319" cy="638319"/>
                </a:xfrm>
                <a:prstGeom prst="roundRect">
                  <a:avLst/>
                </a:prstGeom>
                <a:solidFill>
                  <a:srgbClr val="FFFFFF"/>
                </a:solidFill>
                <a:ln w="25400" algn="ctr">
                  <a:noFill/>
                  <a:miter lim="800000"/>
                  <a:headEnd/>
                  <a:tailEnd/>
                </a:ln>
              </p:spPr>
              <p:txBody>
                <a:bodyPr wrap="none" lIns="182403" tIns="145924" rIns="182403" bIns="145924" rtlCol="0" anchor="t"/>
                <a:lstStyle/>
                <a:p>
                  <a:pPr defTabSz="911934" fontAlgn="base">
                    <a:spcBef>
                      <a:spcPct val="50000"/>
                    </a:spcBef>
                    <a:spcAft>
                      <a:spcPct val="0"/>
                    </a:spcAft>
                    <a:buClr>
                      <a:srgbClr val="F0AB00"/>
                    </a:buClr>
                    <a:buSzPct val="80000"/>
                    <a:defRPr/>
                  </a:pPr>
                  <a:endParaRPr lang="en-US" sz="1197" kern="0">
                    <a:solidFill>
                      <a:srgbClr val="FFFFFF"/>
                    </a:solidFill>
                    <a:latin typeface="72 Brand"/>
                    <a:ea typeface="72 Brand" pitchFamily="34" charset="-128"/>
                    <a:cs typeface="72 Brand" pitchFamily="34" charset="-128"/>
                  </a:endParaRPr>
                </a:p>
              </p:txBody>
            </p:sp>
            <p:pic>
              <p:nvPicPr>
                <p:cNvPr id="170" name="Picture 169">
                  <a:extLst>
                    <a:ext uri="{FF2B5EF4-FFF2-40B4-BE49-F238E27FC236}">
                      <a16:creationId xmlns:a16="http://schemas.microsoft.com/office/drawing/2014/main" id="{B45A92F9-7CA4-0AE3-1577-6D16AB5A6A60}"/>
                    </a:ext>
                  </a:extLst>
                </p:cNvPr>
                <p:cNvPicPr>
                  <a:picLocks noChangeAspect="1"/>
                </p:cNvPicPr>
                <p:nvPr/>
              </p:nvPicPr>
              <p:blipFill>
                <a:blip r:embed="rId7"/>
                <a:stretch>
                  <a:fillRect/>
                </a:stretch>
              </p:blipFill>
              <p:spPr>
                <a:xfrm>
                  <a:off x="916004" y="5559463"/>
                  <a:ext cx="429880" cy="383012"/>
                </a:xfrm>
                <a:prstGeom prst="rect">
                  <a:avLst/>
                </a:prstGeom>
              </p:spPr>
            </p:pic>
          </p:grpSp>
          <p:grpSp>
            <p:nvGrpSpPr>
              <p:cNvPr id="163" name="Group 162">
                <a:extLst>
                  <a:ext uri="{FF2B5EF4-FFF2-40B4-BE49-F238E27FC236}">
                    <a16:creationId xmlns:a16="http://schemas.microsoft.com/office/drawing/2014/main" id="{473D26DB-8DCC-BE14-86A9-1145B883A5C6}"/>
                  </a:ext>
                </a:extLst>
              </p:cNvPr>
              <p:cNvGrpSpPr/>
              <p:nvPr/>
            </p:nvGrpSpPr>
            <p:grpSpPr>
              <a:xfrm>
                <a:off x="8883724" y="5015200"/>
                <a:ext cx="406963" cy="406963"/>
                <a:chOff x="2340929" y="5431809"/>
                <a:chExt cx="638319" cy="638319"/>
              </a:xfrm>
            </p:grpSpPr>
            <p:sp>
              <p:nvSpPr>
                <p:cNvPr id="167" name="Rectangle: Rounded Corners 465">
                  <a:extLst>
                    <a:ext uri="{FF2B5EF4-FFF2-40B4-BE49-F238E27FC236}">
                      <a16:creationId xmlns:a16="http://schemas.microsoft.com/office/drawing/2014/main" id="{31420AC1-5DE7-C326-D6A5-000E5CD40A7D}"/>
                    </a:ext>
                  </a:extLst>
                </p:cNvPr>
                <p:cNvSpPr/>
                <p:nvPr/>
              </p:nvSpPr>
              <p:spPr bwMode="gray">
                <a:xfrm>
                  <a:off x="2340929" y="5431809"/>
                  <a:ext cx="638319" cy="638319"/>
                </a:xfrm>
                <a:prstGeom prst="roundRect">
                  <a:avLst/>
                </a:prstGeom>
                <a:solidFill>
                  <a:srgbClr val="FFFFFF"/>
                </a:solidFill>
                <a:ln w="25400" algn="ctr">
                  <a:noFill/>
                  <a:miter lim="800000"/>
                  <a:headEnd/>
                  <a:tailEnd/>
                </a:ln>
              </p:spPr>
              <p:txBody>
                <a:bodyPr wrap="none" lIns="182403" tIns="145924" rIns="182403" bIns="145924" rtlCol="0" anchor="t"/>
                <a:lstStyle/>
                <a:p>
                  <a:pPr defTabSz="911934" fontAlgn="base">
                    <a:spcBef>
                      <a:spcPct val="50000"/>
                    </a:spcBef>
                    <a:spcAft>
                      <a:spcPct val="0"/>
                    </a:spcAft>
                    <a:buClr>
                      <a:srgbClr val="F0AB00"/>
                    </a:buClr>
                    <a:buSzPct val="80000"/>
                    <a:defRPr/>
                  </a:pPr>
                  <a:endParaRPr lang="en-US" sz="1197" kern="0">
                    <a:solidFill>
                      <a:srgbClr val="FFFFFF"/>
                    </a:solidFill>
                    <a:latin typeface="72 Brand"/>
                    <a:ea typeface="72 Brand" pitchFamily="34" charset="-128"/>
                    <a:cs typeface="72 Brand" pitchFamily="34" charset="-128"/>
                  </a:endParaRPr>
                </a:p>
              </p:txBody>
            </p:sp>
            <p:pic>
              <p:nvPicPr>
                <p:cNvPr id="168" name="Picture 167">
                  <a:extLst>
                    <a:ext uri="{FF2B5EF4-FFF2-40B4-BE49-F238E27FC236}">
                      <a16:creationId xmlns:a16="http://schemas.microsoft.com/office/drawing/2014/main" id="{F219A360-1977-E27E-7909-B9468D683B1D}"/>
                    </a:ext>
                  </a:extLst>
                </p:cNvPr>
                <p:cNvPicPr>
                  <a:picLocks noChangeAspect="1"/>
                </p:cNvPicPr>
                <p:nvPr/>
              </p:nvPicPr>
              <p:blipFill>
                <a:blip r:embed="rId8"/>
                <a:srcRect l="2127" r="2127"/>
                <a:stretch/>
              </p:blipFill>
              <p:spPr>
                <a:xfrm>
                  <a:off x="2456729" y="5547576"/>
                  <a:ext cx="406717" cy="406783"/>
                </a:xfrm>
                <a:prstGeom prst="rect">
                  <a:avLst/>
                </a:prstGeom>
              </p:spPr>
            </p:pic>
          </p:grpSp>
          <p:grpSp>
            <p:nvGrpSpPr>
              <p:cNvPr id="164" name="Group 163">
                <a:extLst>
                  <a:ext uri="{FF2B5EF4-FFF2-40B4-BE49-F238E27FC236}">
                    <a16:creationId xmlns:a16="http://schemas.microsoft.com/office/drawing/2014/main" id="{6890E43B-F20F-7C79-A45E-00AA139A84AD}"/>
                  </a:ext>
                </a:extLst>
              </p:cNvPr>
              <p:cNvGrpSpPr/>
              <p:nvPr/>
            </p:nvGrpSpPr>
            <p:grpSpPr>
              <a:xfrm>
                <a:off x="7327451" y="5015203"/>
                <a:ext cx="406963" cy="406963"/>
                <a:chOff x="3105503" y="4636437"/>
                <a:chExt cx="638319" cy="638319"/>
              </a:xfrm>
            </p:grpSpPr>
            <p:sp>
              <p:nvSpPr>
                <p:cNvPr id="165" name="Rectangle: Rounded Corners 462">
                  <a:extLst>
                    <a:ext uri="{FF2B5EF4-FFF2-40B4-BE49-F238E27FC236}">
                      <a16:creationId xmlns:a16="http://schemas.microsoft.com/office/drawing/2014/main" id="{04E8129D-2C78-19EC-497C-BEC70222387C}"/>
                    </a:ext>
                  </a:extLst>
                </p:cNvPr>
                <p:cNvSpPr/>
                <p:nvPr/>
              </p:nvSpPr>
              <p:spPr bwMode="gray">
                <a:xfrm>
                  <a:off x="3105503" y="4636437"/>
                  <a:ext cx="638319" cy="638319"/>
                </a:xfrm>
                <a:prstGeom prst="roundRect">
                  <a:avLst/>
                </a:prstGeom>
                <a:solidFill>
                  <a:srgbClr val="FFFFFF"/>
                </a:solidFill>
                <a:ln w="25400" algn="ctr">
                  <a:noFill/>
                  <a:miter lim="800000"/>
                  <a:headEnd/>
                  <a:tailEnd/>
                </a:ln>
              </p:spPr>
              <p:txBody>
                <a:bodyPr wrap="none" lIns="182403" tIns="145924" rIns="182403" bIns="145924" rtlCol="0" anchor="t"/>
                <a:lstStyle/>
                <a:p>
                  <a:pPr defTabSz="911934" fontAlgn="base">
                    <a:spcBef>
                      <a:spcPct val="50000"/>
                    </a:spcBef>
                    <a:spcAft>
                      <a:spcPct val="0"/>
                    </a:spcAft>
                    <a:buClr>
                      <a:srgbClr val="F0AB00"/>
                    </a:buClr>
                    <a:buSzPct val="80000"/>
                    <a:defRPr/>
                  </a:pPr>
                  <a:endParaRPr lang="en-US" sz="1197" kern="0">
                    <a:solidFill>
                      <a:srgbClr val="FFFFFF"/>
                    </a:solidFill>
                    <a:latin typeface="72 Brand"/>
                    <a:ea typeface="72 Brand" pitchFamily="34" charset="-128"/>
                    <a:cs typeface="72 Brand" pitchFamily="34" charset="-128"/>
                  </a:endParaRPr>
                </a:p>
              </p:txBody>
            </p:sp>
            <p:pic>
              <p:nvPicPr>
                <p:cNvPr id="166" name="Picture 165">
                  <a:extLst>
                    <a:ext uri="{FF2B5EF4-FFF2-40B4-BE49-F238E27FC236}">
                      <a16:creationId xmlns:a16="http://schemas.microsoft.com/office/drawing/2014/main" id="{A0A5A1E2-55EF-E183-9AFD-9B6BBE29E975}"/>
                    </a:ext>
                  </a:extLst>
                </p:cNvPr>
                <p:cNvPicPr>
                  <a:picLocks noChangeAspect="1"/>
                </p:cNvPicPr>
                <p:nvPr/>
              </p:nvPicPr>
              <p:blipFill>
                <a:blip r:embed="rId9"/>
                <a:stretch>
                  <a:fillRect/>
                </a:stretch>
              </p:blipFill>
              <p:spPr>
                <a:xfrm>
                  <a:off x="3220299" y="4741626"/>
                  <a:ext cx="408726" cy="427940"/>
                </a:xfrm>
                <a:prstGeom prst="rect">
                  <a:avLst/>
                </a:prstGeom>
              </p:spPr>
            </p:pic>
          </p:grpSp>
        </p:grpSp>
        <p:sp>
          <p:nvSpPr>
            <p:cNvPr id="17" name="Rectangle: Rounded Corners 29">
              <a:extLst>
                <a:ext uri="{FF2B5EF4-FFF2-40B4-BE49-F238E27FC236}">
                  <a16:creationId xmlns:a16="http://schemas.microsoft.com/office/drawing/2014/main" id="{40480BFB-B090-92F3-419A-B7A2415940AF}"/>
                </a:ext>
              </a:extLst>
            </p:cNvPr>
            <p:cNvSpPr/>
            <p:nvPr/>
          </p:nvSpPr>
          <p:spPr bwMode="auto">
            <a:xfrm>
              <a:off x="10731950" y="1636850"/>
              <a:ext cx="1305403" cy="513297"/>
            </a:xfrm>
            <a:prstGeom prst="roundRect">
              <a:avLst>
                <a:gd name="adj" fmla="val 12318"/>
              </a:avLst>
            </a:prstGeom>
            <a:gradFill flip="none" rotWithShape="1">
              <a:gsLst>
                <a:gs pos="100000">
                  <a:srgbClr val="EBF8FF"/>
                </a:gs>
                <a:gs pos="0">
                  <a:srgbClr val="FFFFFF"/>
                </a:gs>
              </a:gsLst>
              <a:lin ang="2700000" scaled="1"/>
              <a:tileRect/>
            </a:gradFill>
            <a:ln w="12700" cap="flat" cmpd="sng" algn="ctr">
              <a:noFill/>
              <a:prstDash val="solid"/>
              <a:headEnd type="none" w="med" len="med"/>
              <a:tailEnd type="none" w="med" len="med"/>
            </a:ln>
            <a:effectLst>
              <a:outerShdw blurRad="50800" dir="2700000" algn="tl" rotWithShape="0">
                <a:prstClr val="black">
                  <a:alpha val="20000"/>
                </a:prstClr>
              </a:outerShdw>
            </a:effectLst>
          </p:spPr>
          <p:txBody>
            <a:bodyPr rot="0" spcFirstLastPara="0" vertOverflow="overflow" horzOverflow="overflow" vert="horz" wrap="none" lIns="182593" tIns="145886" rIns="182356" bIns="145886" numCol="1" spcCol="0" rtlCol="0" fromWordArt="0" anchor="ctr" anchorCtr="0" forceAA="0" compatLnSpc="1">
              <a:prstTxWarp prst="textNoShape">
                <a:avLst/>
              </a:prstTxWarp>
              <a:noAutofit/>
            </a:bodyPr>
            <a:lstStyle/>
            <a:p>
              <a:pPr algn="ctr" defTabSz="929679" fontAlgn="base">
                <a:spcBef>
                  <a:spcPct val="0"/>
                </a:spcBef>
                <a:spcAft>
                  <a:spcPct val="0"/>
                </a:spcAft>
                <a:defRPr/>
              </a:pPr>
              <a:r>
                <a:rPr lang="en-US" sz="1097" kern="0" dirty="0">
                  <a:gradFill>
                    <a:gsLst>
                      <a:gs pos="0">
                        <a:srgbClr val="00144A"/>
                      </a:gs>
                      <a:gs pos="100000">
                        <a:srgbClr val="00144A"/>
                      </a:gs>
                    </a:gsLst>
                    <a:lin ang="5400000" scaled="1"/>
                  </a:gradFill>
                  <a:latin typeface="72 Brand"/>
                  <a:cs typeface="72" panose="020B0503030000000003" pitchFamily="34" charset="0"/>
                </a:rPr>
                <a:t>Data activation</a:t>
              </a:r>
              <a:br>
                <a:rPr lang="en-US" sz="1097" kern="0" dirty="0">
                  <a:gradFill>
                    <a:gsLst>
                      <a:gs pos="0">
                        <a:srgbClr val="00144A"/>
                      </a:gs>
                      <a:gs pos="100000">
                        <a:srgbClr val="00144A"/>
                      </a:gs>
                    </a:gsLst>
                    <a:lin ang="5400000" scaled="1"/>
                  </a:gradFill>
                  <a:latin typeface="72 Brand"/>
                  <a:cs typeface="72" panose="020B0503030000000003" pitchFamily="34" charset="0"/>
                </a:rPr>
              </a:br>
              <a:r>
                <a:rPr lang="en-US" sz="1097" kern="0" dirty="0">
                  <a:gradFill>
                    <a:gsLst>
                      <a:gs pos="0">
                        <a:srgbClr val="00144A"/>
                      </a:gs>
                      <a:gs pos="100000">
                        <a:srgbClr val="00144A"/>
                      </a:gs>
                    </a:gsLst>
                    <a:lin ang="5400000" scaled="1"/>
                  </a:gradFill>
                  <a:latin typeface="72 Brand"/>
                  <a:cs typeface="72" panose="020B0503030000000003" pitchFamily="34" charset="0"/>
                </a:rPr>
                <a:t>and extensions</a:t>
              </a:r>
            </a:p>
          </p:txBody>
        </p:sp>
        <p:sp>
          <p:nvSpPr>
            <p:cNvPr id="18" name="Rectangle: Rounded Corners 29">
              <a:extLst>
                <a:ext uri="{FF2B5EF4-FFF2-40B4-BE49-F238E27FC236}">
                  <a16:creationId xmlns:a16="http://schemas.microsoft.com/office/drawing/2014/main" id="{F894FF8E-DD51-951D-3EDD-1EBB86CC4E84}"/>
                </a:ext>
              </a:extLst>
            </p:cNvPr>
            <p:cNvSpPr/>
            <p:nvPr/>
          </p:nvSpPr>
          <p:spPr bwMode="auto">
            <a:xfrm>
              <a:off x="10731950" y="3724837"/>
              <a:ext cx="1305403" cy="513297"/>
            </a:xfrm>
            <a:prstGeom prst="roundRect">
              <a:avLst>
                <a:gd name="adj" fmla="val 12318"/>
              </a:avLst>
            </a:prstGeom>
            <a:gradFill flip="none" rotWithShape="1">
              <a:gsLst>
                <a:gs pos="100000">
                  <a:srgbClr val="EBF8FF"/>
                </a:gs>
                <a:gs pos="0">
                  <a:srgbClr val="FFFFFF"/>
                </a:gs>
              </a:gsLst>
              <a:lin ang="2700000" scaled="1"/>
              <a:tileRect/>
            </a:gradFill>
            <a:ln w="12700" cap="flat" cmpd="sng" algn="ctr">
              <a:noFill/>
              <a:prstDash val="solid"/>
              <a:headEnd type="none" w="med" len="med"/>
              <a:tailEnd type="none" w="med" len="med"/>
            </a:ln>
            <a:effectLst>
              <a:outerShdw blurRad="50800" dir="2700000" algn="tl" rotWithShape="0">
                <a:prstClr val="black">
                  <a:alpha val="20000"/>
                </a:prstClr>
              </a:outerShdw>
            </a:effectLst>
          </p:spPr>
          <p:txBody>
            <a:bodyPr rot="0" spcFirstLastPara="0" vertOverflow="overflow" horzOverflow="overflow" vert="horz" wrap="none" lIns="182593" tIns="145886" rIns="182356" bIns="145886" numCol="1" spcCol="0" rtlCol="0" fromWordArt="0" anchor="ctr" anchorCtr="0" forceAA="0" compatLnSpc="1">
              <a:prstTxWarp prst="textNoShape">
                <a:avLst/>
              </a:prstTxWarp>
              <a:noAutofit/>
            </a:bodyPr>
            <a:lstStyle/>
            <a:p>
              <a:pPr algn="ctr" defTabSz="929679" fontAlgn="base">
                <a:spcBef>
                  <a:spcPct val="0"/>
                </a:spcBef>
                <a:spcAft>
                  <a:spcPct val="0"/>
                </a:spcAft>
                <a:defRPr/>
              </a:pPr>
              <a:r>
                <a:rPr lang="en-US" sz="1097" kern="0" dirty="0">
                  <a:gradFill>
                    <a:gsLst>
                      <a:gs pos="0">
                        <a:srgbClr val="00144A"/>
                      </a:gs>
                      <a:gs pos="100000">
                        <a:srgbClr val="00144A"/>
                      </a:gs>
                    </a:gsLst>
                    <a:lin ang="5400000" scaled="1"/>
                  </a:gradFill>
                  <a:latin typeface="72 Brand"/>
                  <a:cs typeface="72" panose="020B0503030000000003" pitchFamily="34" charset="0"/>
                </a:rPr>
                <a:t>Open data</a:t>
              </a:r>
              <a:br>
                <a:rPr lang="en-US" sz="1097" kern="0" dirty="0">
                  <a:gradFill>
                    <a:gsLst>
                      <a:gs pos="0">
                        <a:srgbClr val="00144A"/>
                      </a:gs>
                      <a:gs pos="100000">
                        <a:srgbClr val="00144A"/>
                      </a:gs>
                    </a:gsLst>
                    <a:lin ang="5400000" scaled="1"/>
                  </a:gradFill>
                  <a:latin typeface="72 Brand"/>
                  <a:cs typeface="72" panose="020B0503030000000003" pitchFamily="34" charset="0"/>
                </a:rPr>
              </a:br>
              <a:r>
                <a:rPr lang="en-US" sz="1097" kern="0" dirty="0">
                  <a:gradFill>
                    <a:gsLst>
                      <a:gs pos="0">
                        <a:srgbClr val="00144A"/>
                      </a:gs>
                      <a:gs pos="100000">
                        <a:srgbClr val="00144A"/>
                      </a:gs>
                    </a:gsLst>
                    <a:lin ang="5400000" scaled="1"/>
                  </a:gradFill>
                  <a:latin typeface="72 Brand"/>
                  <a:cs typeface="72" panose="020B0503030000000003" pitchFamily="34" charset="0"/>
                </a:rPr>
                <a:t>ecosystem</a:t>
              </a:r>
            </a:p>
          </p:txBody>
        </p:sp>
        <p:grpSp>
          <p:nvGrpSpPr>
            <p:cNvPr id="19" name="Group 18">
              <a:extLst>
                <a:ext uri="{FF2B5EF4-FFF2-40B4-BE49-F238E27FC236}">
                  <a16:creationId xmlns:a16="http://schemas.microsoft.com/office/drawing/2014/main" id="{4701F716-C0C6-477F-C000-20E61C477408}"/>
                </a:ext>
              </a:extLst>
            </p:cNvPr>
            <p:cNvGrpSpPr/>
            <p:nvPr/>
          </p:nvGrpSpPr>
          <p:grpSpPr>
            <a:xfrm>
              <a:off x="7372069" y="2835591"/>
              <a:ext cx="1898840" cy="613568"/>
              <a:chOff x="8561131" y="2588100"/>
              <a:chExt cx="1900819" cy="614207"/>
            </a:xfrm>
          </p:grpSpPr>
          <p:grpSp>
            <p:nvGrpSpPr>
              <p:cNvPr id="151" name="Group 150">
                <a:extLst>
                  <a:ext uri="{FF2B5EF4-FFF2-40B4-BE49-F238E27FC236}">
                    <a16:creationId xmlns:a16="http://schemas.microsoft.com/office/drawing/2014/main" id="{452A7E9F-324F-8BE4-DF1B-BEC36B67A8E5}"/>
                  </a:ext>
                </a:extLst>
              </p:cNvPr>
              <p:cNvGrpSpPr/>
              <p:nvPr/>
            </p:nvGrpSpPr>
            <p:grpSpPr>
              <a:xfrm>
                <a:off x="8561131" y="2588100"/>
                <a:ext cx="1900819" cy="614207"/>
                <a:chOff x="7320454" y="3842153"/>
                <a:chExt cx="1985482" cy="614368"/>
              </a:xfrm>
            </p:grpSpPr>
            <p:sp>
              <p:nvSpPr>
                <p:cNvPr id="154" name="Rectangle: Rounded Corners 254">
                  <a:extLst>
                    <a:ext uri="{FF2B5EF4-FFF2-40B4-BE49-F238E27FC236}">
                      <a16:creationId xmlns:a16="http://schemas.microsoft.com/office/drawing/2014/main" id="{248FAB43-532B-AFD8-484D-5A0D901261F2}"/>
                    </a:ext>
                  </a:extLst>
                </p:cNvPr>
                <p:cNvSpPr/>
                <p:nvPr/>
              </p:nvSpPr>
              <p:spPr bwMode="gray">
                <a:xfrm>
                  <a:off x="7404101" y="3902093"/>
                  <a:ext cx="1830388" cy="554428"/>
                </a:xfrm>
                <a:prstGeom prst="roundRect">
                  <a:avLst>
                    <a:gd name="adj" fmla="val 8680"/>
                  </a:avLst>
                </a:prstGeom>
                <a:gradFill flip="none" rotWithShape="1">
                  <a:gsLst>
                    <a:gs pos="100000">
                      <a:srgbClr val="EBF8FF"/>
                    </a:gs>
                    <a:gs pos="0">
                      <a:srgbClr val="FFFFFF">
                        <a:alpha val="70000"/>
                      </a:srgbClr>
                    </a:gs>
                  </a:gsLst>
                  <a:lin ang="2700000" scaled="1"/>
                  <a:tileRect/>
                </a:gradFill>
                <a:ln w="12700" cap="flat" cmpd="sng" algn="ctr">
                  <a:noFill/>
                  <a:prstDash val="solid"/>
                  <a:headEnd type="none" w="med" len="med"/>
                  <a:tailEnd type="none" w="med" len="med"/>
                </a:ln>
                <a:effectLst/>
              </p:spPr>
              <p:txBody>
                <a:bodyPr rot="0" spcFirstLastPara="0" vertOverflow="overflow" horzOverflow="overflow" vert="horz" wrap="square" lIns="182403" tIns="145924" rIns="182403" bIns="145924" numCol="1" spcCol="0" rtlCol="0" fromWordArt="0" anchor="t" anchorCtr="0" forceAA="0" compatLnSpc="1">
                  <a:prstTxWarp prst="textNoShape">
                    <a:avLst/>
                  </a:prstTxWarp>
                  <a:noAutofit/>
                </a:bodyPr>
                <a:lstStyle/>
                <a:p>
                  <a:pPr defTabSz="929959" fontAlgn="base">
                    <a:spcBef>
                      <a:spcPct val="0"/>
                    </a:spcBef>
                    <a:spcAft>
                      <a:spcPct val="0"/>
                    </a:spcAft>
                    <a:defRPr/>
                  </a:pPr>
                  <a:endParaRPr lang="en-US" sz="1993" kern="0" dirty="0">
                    <a:gradFill>
                      <a:gsLst>
                        <a:gs pos="0">
                          <a:srgbClr val="000000"/>
                        </a:gs>
                        <a:gs pos="100000">
                          <a:srgbClr val="000000"/>
                        </a:gs>
                      </a:gsLst>
                      <a:lin ang="5400000" scaled="1"/>
                    </a:gradFill>
                    <a:latin typeface="72 Brand"/>
                    <a:cs typeface="72" panose="020B0503030000000003" pitchFamily="34" charset="0"/>
                  </a:endParaRPr>
                </a:p>
              </p:txBody>
            </p:sp>
            <p:sp>
              <p:nvSpPr>
                <p:cNvPr id="155" name="Rectangle: Rounded Corners 29">
                  <a:extLst>
                    <a:ext uri="{FF2B5EF4-FFF2-40B4-BE49-F238E27FC236}">
                      <a16:creationId xmlns:a16="http://schemas.microsoft.com/office/drawing/2014/main" id="{E2A1EE89-7A97-63A7-2D8D-8E3F51D32D93}"/>
                    </a:ext>
                  </a:extLst>
                </p:cNvPr>
                <p:cNvSpPr/>
                <p:nvPr/>
              </p:nvSpPr>
              <p:spPr bwMode="auto">
                <a:xfrm>
                  <a:off x="7320454" y="3842153"/>
                  <a:ext cx="1985482" cy="309910"/>
                </a:xfrm>
                <a:prstGeom prst="roundRect">
                  <a:avLst>
                    <a:gd name="adj" fmla="val 50000"/>
                  </a:avLst>
                </a:prstGeom>
                <a:solidFill>
                  <a:srgbClr val="0057D2"/>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6" tIns="146000" rIns="182498" bIns="146000" numCol="1" spcCol="0" rtlCol="0" fromWordArt="0" anchor="ctr" anchorCtr="0" forceAA="0" compatLnSpc="1">
                  <a:prstTxWarp prst="textNoShape">
                    <a:avLst/>
                  </a:prstTxWarp>
                  <a:noAutofit/>
                </a:bodyPr>
                <a:lstStyle/>
                <a:p>
                  <a:pPr algn="ctr" defTabSz="930469" fontAlgn="base">
                    <a:spcBef>
                      <a:spcPct val="0"/>
                    </a:spcBef>
                    <a:spcAft>
                      <a:spcPct val="0"/>
                    </a:spcAft>
                    <a:defRPr/>
                  </a:pPr>
                  <a:r>
                    <a:rPr lang="en-US" sz="1100" spc="13" dirty="0">
                      <a:gradFill>
                        <a:gsLst>
                          <a:gs pos="0">
                            <a:prstClr val="white"/>
                          </a:gs>
                          <a:gs pos="100000">
                            <a:prstClr val="white"/>
                          </a:gs>
                        </a:gsLst>
                        <a:lin ang="5400000" scaled="1"/>
                      </a:gradFill>
                      <a:latin typeface="72 Brand Book" panose="020B0404030603020204" pitchFamily="34" charset="0"/>
                    </a:rPr>
                    <a:t>Data engineering , AI, and ML</a:t>
                  </a:r>
                </a:p>
              </p:txBody>
            </p:sp>
          </p:grpSp>
          <p:sp>
            <p:nvSpPr>
              <p:cNvPr id="152" name="TextBox 151">
                <a:extLst>
                  <a:ext uri="{FF2B5EF4-FFF2-40B4-BE49-F238E27FC236}">
                    <a16:creationId xmlns:a16="http://schemas.microsoft.com/office/drawing/2014/main" id="{D7F0FA5F-5BE5-C3DB-8659-CC0BBD093084}"/>
                  </a:ext>
                </a:extLst>
              </p:cNvPr>
              <p:cNvSpPr txBox="1"/>
              <p:nvPr/>
            </p:nvSpPr>
            <p:spPr>
              <a:xfrm>
                <a:off x="9923241" y="2883084"/>
                <a:ext cx="151623" cy="161541"/>
              </a:xfrm>
              <a:prstGeom prst="rect">
                <a:avLst/>
              </a:prstGeom>
              <a:noFill/>
            </p:spPr>
            <p:txBody>
              <a:bodyPr wrap="square" lIns="0" tIns="0" rIns="0" bIns="0" rtlCol="0" anchor="t">
                <a:spAutoFit/>
              </a:bodyPr>
              <a:lstStyle/>
              <a:p>
                <a:pPr algn="ctr" defTabSz="1086645" fontAlgn="base">
                  <a:spcBef>
                    <a:spcPct val="50000"/>
                  </a:spcBef>
                  <a:spcAft>
                    <a:spcPct val="0"/>
                  </a:spcAft>
                  <a:buClr>
                    <a:srgbClr val="FFFFFF"/>
                  </a:buClr>
                  <a:buSzPct val="100000"/>
                  <a:defRPr/>
                </a:pPr>
                <a:endParaRPr lang="en-US" sz="1049" kern="0">
                  <a:gradFill>
                    <a:gsLst>
                      <a:gs pos="0">
                        <a:srgbClr val="000000"/>
                      </a:gs>
                      <a:gs pos="100000">
                        <a:srgbClr val="000000"/>
                      </a:gs>
                    </a:gsLst>
                    <a:lin ang="0" scaled="1"/>
                  </a:gradFill>
                  <a:latin typeface="72 Brand" panose="020B0504030603020204" pitchFamily="34" charset="0"/>
                  <a:ea typeface="72 Brand" pitchFamily="34" charset="-128"/>
                  <a:cs typeface="72 Brand" pitchFamily="34" charset="-128"/>
                </a:endParaRPr>
              </a:p>
            </p:txBody>
          </p:sp>
          <p:sp>
            <p:nvSpPr>
              <p:cNvPr id="153" name="Rectangle: Rounded Corners 29">
                <a:extLst>
                  <a:ext uri="{FF2B5EF4-FFF2-40B4-BE49-F238E27FC236}">
                    <a16:creationId xmlns:a16="http://schemas.microsoft.com/office/drawing/2014/main" id="{94C6AECB-C6E3-00AE-98C5-AE7040170549}"/>
                  </a:ext>
                </a:extLst>
              </p:cNvPr>
              <p:cNvSpPr/>
              <p:nvPr/>
            </p:nvSpPr>
            <p:spPr bwMode="auto">
              <a:xfrm>
                <a:off x="8771722" y="2934083"/>
                <a:ext cx="1489926" cy="198995"/>
              </a:xfrm>
              <a:prstGeom prst="roundRect">
                <a:avLst>
                  <a:gd name="adj" fmla="val 50000"/>
                </a:avLst>
              </a:prstGeom>
              <a:noFill/>
              <a:ln w="12700" cap="flat" cmpd="sng" algn="ctr">
                <a:noFill/>
                <a:prstDash val="solid"/>
                <a:headEnd type="none" w="med" len="med"/>
                <a:tailEnd type="none" w="med" len="med"/>
              </a:ln>
              <a:effectLst/>
            </p:spPr>
            <p:txBody>
              <a:bodyPr rot="0" spcFirstLastPara="0" vertOverflow="overflow" horzOverflow="overflow" vert="horz" wrap="none" lIns="182593" tIns="145886" rIns="182356" bIns="145886" numCol="1" spcCol="0" rtlCol="0" fromWordArt="0" anchor="ctr" anchorCtr="0" forceAA="0" compatLnSpc="1">
                <a:prstTxWarp prst="textNoShape">
                  <a:avLst/>
                </a:prstTxWarp>
                <a:noAutofit/>
              </a:bodyPr>
              <a:lstStyle/>
              <a:p>
                <a:pPr algn="ctr" defTabSz="929679" fontAlgn="base">
                  <a:spcBef>
                    <a:spcPct val="0"/>
                  </a:spcBef>
                  <a:spcAft>
                    <a:spcPct val="0"/>
                  </a:spcAft>
                  <a:defRPr/>
                </a:pPr>
                <a:r>
                  <a:rPr lang="en-US" sz="1000" kern="0" dirty="0">
                    <a:gradFill>
                      <a:gsLst>
                        <a:gs pos="0">
                          <a:srgbClr val="000000"/>
                        </a:gs>
                        <a:gs pos="100000">
                          <a:srgbClr val="000000"/>
                        </a:gs>
                      </a:gsLst>
                    </a:gradFill>
                    <a:latin typeface="72 Brand Medium" panose="020B0604030603020204" pitchFamily="34" charset="0"/>
                    <a:cs typeface="72" panose="020B0503030000000003" pitchFamily="34" charset="0"/>
                  </a:rPr>
                  <a:t>SAP Databricks</a:t>
                </a:r>
              </a:p>
            </p:txBody>
          </p:sp>
        </p:grpSp>
        <p:grpSp>
          <p:nvGrpSpPr>
            <p:cNvPr id="20" name="Group 19">
              <a:extLst>
                <a:ext uri="{FF2B5EF4-FFF2-40B4-BE49-F238E27FC236}">
                  <a16:creationId xmlns:a16="http://schemas.microsoft.com/office/drawing/2014/main" id="{618F49B0-8947-293C-1975-49CA4B34AA09}"/>
                </a:ext>
              </a:extLst>
            </p:cNvPr>
            <p:cNvGrpSpPr/>
            <p:nvPr/>
          </p:nvGrpSpPr>
          <p:grpSpPr>
            <a:xfrm>
              <a:off x="2702643" y="2835587"/>
              <a:ext cx="1445104" cy="597652"/>
              <a:chOff x="3661201" y="2834501"/>
              <a:chExt cx="1445480" cy="597812"/>
            </a:xfrm>
          </p:grpSpPr>
          <p:sp>
            <p:nvSpPr>
              <p:cNvPr id="139" name="Rectangle: Rounded Corners 254">
                <a:extLst>
                  <a:ext uri="{FF2B5EF4-FFF2-40B4-BE49-F238E27FC236}">
                    <a16:creationId xmlns:a16="http://schemas.microsoft.com/office/drawing/2014/main" id="{063485AC-819E-F061-0F5C-F06943A721A5}"/>
                  </a:ext>
                </a:extLst>
              </p:cNvPr>
              <p:cNvSpPr/>
              <p:nvPr/>
            </p:nvSpPr>
            <p:spPr bwMode="gray">
              <a:xfrm>
                <a:off x="3715886" y="2878462"/>
                <a:ext cx="1340397" cy="553851"/>
              </a:xfrm>
              <a:prstGeom prst="roundRect">
                <a:avLst>
                  <a:gd name="adj" fmla="val 8680"/>
                </a:avLst>
              </a:prstGeom>
              <a:gradFill flip="none" rotWithShape="1">
                <a:gsLst>
                  <a:gs pos="100000">
                    <a:srgbClr val="EBF8FF"/>
                  </a:gs>
                  <a:gs pos="0">
                    <a:srgbClr val="FFFFFF">
                      <a:alpha val="70000"/>
                    </a:srgbClr>
                  </a:gs>
                </a:gsLst>
                <a:lin ang="2700000" scaled="1"/>
                <a:tileRect/>
              </a:gradFill>
              <a:ln w="12700" cap="flat" cmpd="sng" algn="ctr">
                <a:noFill/>
                <a:prstDash val="solid"/>
                <a:headEnd type="none" w="med" len="med"/>
                <a:tailEnd type="none" w="med" len="med"/>
              </a:ln>
              <a:effectLst/>
            </p:spPr>
            <p:txBody>
              <a:bodyPr rot="0" spcFirstLastPara="0" vertOverflow="overflow" horzOverflow="overflow" vert="horz" wrap="square" lIns="182403" tIns="145924" rIns="182403" bIns="145924" numCol="1" spcCol="0" rtlCol="0" fromWordArt="0" anchor="t" anchorCtr="0" forceAA="0" compatLnSpc="1">
                <a:prstTxWarp prst="textNoShape">
                  <a:avLst/>
                </a:prstTxWarp>
                <a:noAutofit/>
              </a:bodyPr>
              <a:lstStyle/>
              <a:p>
                <a:pPr defTabSz="929959" fontAlgn="base">
                  <a:spcBef>
                    <a:spcPct val="0"/>
                  </a:spcBef>
                  <a:spcAft>
                    <a:spcPct val="0"/>
                  </a:spcAft>
                  <a:defRPr/>
                </a:pPr>
                <a:endParaRPr lang="en-US" sz="1399" kern="0" dirty="0">
                  <a:gradFill>
                    <a:gsLst>
                      <a:gs pos="0">
                        <a:srgbClr val="000000"/>
                      </a:gs>
                      <a:gs pos="100000">
                        <a:srgbClr val="000000"/>
                      </a:gs>
                    </a:gsLst>
                    <a:lin ang="5400000" scaled="1"/>
                  </a:gradFill>
                  <a:latin typeface="72 Brand"/>
                  <a:cs typeface="72" panose="020B0503030000000003" pitchFamily="34" charset="0"/>
                </a:endParaRPr>
              </a:p>
            </p:txBody>
          </p:sp>
          <p:grpSp>
            <p:nvGrpSpPr>
              <p:cNvPr id="140" name="Group 139">
                <a:extLst>
                  <a:ext uri="{FF2B5EF4-FFF2-40B4-BE49-F238E27FC236}">
                    <a16:creationId xmlns:a16="http://schemas.microsoft.com/office/drawing/2014/main" id="{3A6F6251-E5D9-9E9F-F37F-EFC64DF2B231}"/>
                  </a:ext>
                </a:extLst>
              </p:cNvPr>
              <p:cNvGrpSpPr/>
              <p:nvPr/>
            </p:nvGrpSpPr>
            <p:grpSpPr>
              <a:xfrm>
                <a:off x="3661201" y="2834501"/>
                <a:ext cx="1445480" cy="595950"/>
                <a:chOff x="3661201" y="2834501"/>
                <a:chExt cx="1445480" cy="595950"/>
              </a:xfrm>
            </p:grpSpPr>
            <p:sp>
              <p:nvSpPr>
                <p:cNvPr id="141" name="Rectangle: Rounded Corners 29">
                  <a:extLst>
                    <a:ext uri="{FF2B5EF4-FFF2-40B4-BE49-F238E27FC236}">
                      <a16:creationId xmlns:a16="http://schemas.microsoft.com/office/drawing/2014/main" id="{DC7327F8-1FE1-F840-2E35-6EF373F9815C}"/>
                    </a:ext>
                  </a:extLst>
                </p:cNvPr>
                <p:cNvSpPr/>
                <p:nvPr/>
              </p:nvSpPr>
              <p:spPr bwMode="auto">
                <a:xfrm>
                  <a:off x="3661201" y="2834501"/>
                  <a:ext cx="1445480" cy="309590"/>
                </a:xfrm>
                <a:prstGeom prst="roundRect">
                  <a:avLst>
                    <a:gd name="adj" fmla="val 50000"/>
                  </a:avLst>
                </a:prstGeom>
                <a:solidFill>
                  <a:srgbClr val="0057D2"/>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6" tIns="146000" rIns="182498" bIns="146000" numCol="1" spcCol="0" rtlCol="0" fromWordArt="0" anchor="ctr" anchorCtr="0" forceAA="0" compatLnSpc="1">
                  <a:prstTxWarp prst="textNoShape">
                    <a:avLst/>
                  </a:prstTxWarp>
                  <a:noAutofit/>
                </a:bodyPr>
                <a:lstStyle/>
                <a:p>
                  <a:pPr algn="ctr" defTabSz="930469" fontAlgn="base">
                    <a:spcBef>
                      <a:spcPct val="0"/>
                    </a:spcBef>
                    <a:spcAft>
                      <a:spcPct val="0"/>
                    </a:spcAft>
                    <a:defRPr/>
                  </a:pPr>
                  <a:r>
                    <a:rPr lang="en-US" sz="1100" spc="13">
                      <a:gradFill>
                        <a:gsLst>
                          <a:gs pos="0">
                            <a:prstClr val="white"/>
                          </a:gs>
                          <a:gs pos="100000">
                            <a:prstClr val="white"/>
                          </a:gs>
                        </a:gsLst>
                        <a:lin ang="5400000" scaled="1"/>
                      </a:gradFill>
                      <a:latin typeface="72 Brand Book" panose="020B0404030603020204" pitchFamily="34" charset="0"/>
                    </a:rPr>
                    <a:t>Business semantics</a:t>
                  </a:r>
                </a:p>
              </p:txBody>
            </p:sp>
            <p:sp>
              <p:nvSpPr>
                <p:cNvPr id="142" name="Rectangle: Rounded Corners 29">
                  <a:extLst>
                    <a:ext uri="{FF2B5EF4-FFF2-40B4-BE49-F238E27FC236}">
                      <a16:creationId xmlns:a16="http://schemas.microsoft.com/office/drawing/2014/main" id="{0803C4C2-5FF6-3DC8-2AAC-8BB76A146F85}"/>
                    </a:ext>
                  </a:extLst>
                </p:cNvPr>
                <p:cNvSpPr/>
                <p:nvPr/>
              </p:nvSpPr>
              <p:spPr bwMode="auto">
                <a:xfrm>
                  <a:off x="3785800" y="3120861"/>
                  <a:ext cx="1228258" cy="309590"/>
                </a:xfrm>
                <a:prstGeom prst="roundRect">
                  <a:avLst>
                    <a:gd name="adj" fmla="val 50000"/>
                  </a:avLst>
                </a:prstGeom>
                <a:noFill/>
                <a:ln w="12700" cap="flat" cmpd="sng" algn="ctr">
                  <a:noFill/>
                  <a:prstDash val="solid"/>
                  <a:headEnd type="none" w="med" len="med"/>
                  <a:tailEnd type="none" w="med" len="med"/>
                </a:ln>
                <a:effectLst/>
              </p:spPr>
              <p:txBody>
                <a:bodyPr rot="0" spcFirstLastPara="0" vertOverflow="overflow" horzOverflow="overflow" vert="horz" wrap="none" lIns="182593" tIns="145886" rIns="182356" bIns="145886" numCol="1" spcCol="0" rtlCol="0" fromWordArt="0" anchor="ctr" anchorCtr="0" forceAA="0" compatLnSpc="1">
                  <a:prstTxWarp prst="textNoShape">
                    <a:avLst/>
                  </a:prstTxWarp>
                  <a:noAutofit/>
                </a:bodyPr>
                <a:lstStyle/>
                <a:p>
                  <a:pPr algn="ctr" defTabSz="929679" fontAlgn="base">
                    <a:spcBef>
                      <a:spcPct val="0"/>
                    </a:spcBef>
                    <a:spcAft>
                      <a:spcPct val="0"/>
                    </a:spcAft>
                    <a:defRPr/>
                  </a:pPr>
                  <a:r>
                    <a:rPr lang="en-US" sz="999" kern="0" dirty="0">
                      <a:gradFill>
                        <a:gsLst>
                          <a:gs pos="0">
                            <a:srgbClr val="000000"/>
                          </a:gs>
                          <a:gs pos="100000">
                            <a:srgbClr val="000000"/>
                          </a:gs>
                        </a:gsLst>
                        <a:lin ang="2700000" scaled="1"/>
                      </a:gradFill>
                      <a:latin typeface="72 Brand Medium" panose="020B0604030603020204" pitchFamily="34" charset="0"/>
                      <a:cs typeface="72" panose="020B0503030000000003" pitchFamily="34" charset="0"/>
                    </a:rPr>
                    <a:t>Datasphere</a:t>
                  </a:r>
                </a:p>
              </p:txBody>
            </p:sp>
          </p:grpSp>
        </p:grpSp>
        <p:grpSp>
          <p:nvGrpSpPr>
            <p:cNvPr id="21" name="Group 20">
              <a:extLst>
                <a:ext uri="{FF2B5EF4-FFF2-40B4-BE49-F238E27FC236}">
                  <a16:creationId xmlns:a16="http://schemas.microsoft.com/office/drawing/2014/main" id="{09E46A0C-CB60-0090-9C1C-C18720A3EB62}"/>
                </a:ext>
              </a:extLst>
            </p:cNvPr>
            <p:cNvGrpSpPr/>
            <p:nvPr/>
          </p:nvGrpSpPr>
          <p:grpSpPr>
            <a:xfrm>
              <a:off x="4175614" y="2835592"/>
              <a:ext cx="1652344" cy="609965"/>
              <a:chOff x="5157080" y="2834501"/>
              <a:chExt cx="1652774" cy="610122"/>
            </a:xfrm>
          </p:grpSpPr>
          <p:sp>
            <p:nvSpPr>
              <p:cNvPr id="56" name="Rectangle: Rounded Corners 254">
                <a:extLst>
                  <a:ext uri="{FF2B5EF4-FFF2-40B4-BE49-F238E27FC236}">
                    <a16:creationId xmlns:a16="http://schemas.microsoft.com/office/drawing/2014/main" id="{1F09D231-9AC9-75F7-06FE-EB31FEE6F4B4}"/>
                  </a:ext>
                </a:extLst>
              </p:cNvPr>
              <p:cNvSpPr/>
              <p:nvPr/>
            </p:nvSpPr>
            <p:spPr bwMode="gray">
              <a:xfrm>
                <a:off x="5297031" y="2890773"/>
                <a:ext cx="1340397" cy="553850"/>
              </a:xfrm>
              <a:prstGeom prst="roundRect">
                <a:avLst>
                  <a:gd name="adj" fmla="val 8680"/>
                </a:avLst>
              </a:prstGeom>
              <a:gradFill flip="none" rotWithShape="1">
                <a:gsLst>
                  <a:gs pos="100000">
                    <a:srgbClr val="EBF8FF"/>
                  </a:gs>
                  <a:gs pos="0">
                    <a:srgbClr val="FFFFFF">
                      <a:alpha val="70000"/>
                    </a:srgbClr>
                  </a:gs>
                </a:gsLst>
                <a:lin ang="2700000" scaled="1"/>
                <a:tileRect/>
              </a:gradFill>
              <a:ln w="12700" cap="flat" cmpd="sng" algn="ctr">
                <a:noFill/>
                <a:prstDash val="solid"/>
                <a:headEnd type="none" w="med" len="med"/>
                <a:tailEnd type="none" w="med" len="med"/>
              </a:ln>
              <a:effectLst/>
            </p:spPr>
            <p:txBody>
              <a:bodyPr rot="0" spcFirstLastPara="0" vertOverflow="overflow" horzOverflow="overflow" vert="horz" wrap="square" lIns="182403" tIns="145924" rIns="182403" bIns="145924" numCol="1" spcCol="0" rtlCol="0" fromWordArt="0" anchor="t" anchorCtr="0" forceAA="0" compatLnSpc="1">
                <a:prstTxWarp prst="textNoShape">
                  <a:avLst/>
                </a:prstTxWarp>
                <a:noAutofit/>
              </a:bodyPr>
              <a:lstStyle/>
              <a:p>
                <a:pPr defTabSz="929959" fontAlgn="base">
                  <a:spcBef>
                    <a:spcPct val="0"/>
                  </a:spcBef>
                  <a:spcAft>
                    <a:spcPct val="0"/>
                  </a:spcAft>
                  <a:defRPr/>
                </a:pPr>
                <a:endParaRPr lang="en-US" sz="1993" kern="0" dirty="0">
                  <a:gradFill>
                    <a:gsLst>
                      <a:gs pos="0">
                        <a:srgbClr val="000000"/>
                      </a:gs>
                      <a:gs pos="100000">
                        <a:srgbClr val="000000"/>
                      </a:gs>
                    </a:gsLst>
                    <a:lin ang="5400000" scaled="1"/>
                  </a:gradFill>
                  <a:latin typeface="72 Brand"/>
                  <a:cs typeface="72" panose="020B0503030000000003" pitchFamily="34" charset="0"/>
                </a:endParaRPr>
              </a:p>
            </p:txBody>
          </p:sp>
          <p:grpSp>
            <p:nvGrpSpPr>
              <p:cNvPr id="136" name="Group 135">
                <a:extLst>
                  <a:ext uri="{FF2B5EF4-FFF2-40B4-BE49-F238E27FC236}">
                    <a16:creationId xmlns:a16="http://schemas.microsoft.com/office/drawing/2014/main" id="{99C46CAF-BC0C-0401-43F3-9EEDE68FB727}"/>
                  </a:ext>
                </a:extLst>
              </p:cNvPr>
              <p:cNvGrpSpPr/>
              <p:nvPr/>
            </p:nvGrpSpPr>
            <p:grpSpPr>
              <a:xfrm>
                <a:off x="5157080" y="2834501"/>
                <a:ext cx="1652774" cy="588762"/>
                <a:chOff x="5157080" y="2834501"/>
                <a:chExt cx="1652774" cy="588762"/>
              </a:xfrm>
            </p:grpSpPr>
            <p:sp>
              <p:nvSpPr>
                <p:cNvPr id="137" name="Rectangle: Rounded Corners 29">
                  <a:extLst>
                    <a:ext uri="{FF2B5EF4-FFF2-40B4-BE49-F238E27FC236}">
                      <a16:creationId xmlns:a16="http://schemas.microsoft.com/office/drawing/2014/main" id="{5EA46B9E-142C-58D9-1A9F-2A116AFD9163}"/>
                    </a:ext>
                  </a:extLst>
                </p:cNvPr>
                <p:cNvSpPr/>
                <p:nvPr/>
              </p:nvSpPr>
              <p:spPr bwMode="auto">
                <a:xfrm>
                  <a:off x="5157080" y="2834501"/>
                  <a:ext cx="1652774" cy="309590"/>
                </a:xfrm>
                <a:prstGeom prst="roundRect">
                  <a:avLst>
                    <a:gd name="adj" fmla="val 50000"/>
                  </a:avLst>
                </a:prstGeom>
                <a:solidFill>
                  <a:srgbClr val="0057D2"/>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6" tIns="146000" rIns="182498" bIns="146000" numCol="1" spcCol="0" rtlCol="0" fromWordArt="0" anchor="ctr" anchorCtr="0" forceAA="0" compatLnSpc="1">
                  <a:prstTxWarp prst="textNoShape">
                    <a:avLst/>
                  </a:prstTxWarp>
                  <a:noAutofit/>
                </a:bodyPr>
                <a:lstStyle/>
                <a:p>
                  <a:pPr algn="ctr" defTabSz="930469" fontAlgn="base">
                    <a:spcBef>
                      <a:spcPct val="0"/>
                    </a:spcBef>
                    <a:spcAft>
                      <a:spcPct val="0"/>
                    </a:spcAft>
                    <a:defRPr/>
                  </a:pPr>
                  <a:r>
                    <a:rPr lang="en-US" sz="1100" spc="13">
                      <a:gradFill>
                        <a:gsLst>
                          <a:gs pos="0">
                            <a:prstClr val="white"/>
                          </a:gs>
                          <a:gs pos="100000">
                            <a:prstClr val="white"/>
                          </a:gs>
                        </a:gsLst>
                        <a:lin ang="5400000" scaled="1"/>
                      </a:gradFill>
                      <a:latin typeface="72 Brand Book" panose="020B0404030603020204" pitchFamily="34" charset="0"/>
                    </a:rPr>
                    <a:t>Analytics and planning</a:t>
                  </a:r>
                </a:p>
              </p:txBody>
            </p:sp>
            <p:sp>
              <p:nvSpPr>
                <p:cNvPr id="138" name="Rectangle: Rounded Corners 29">
                  <a:extLst>
                    <a:ext uri="{FF2B5EF4-FFF2-40B4-BE49-F238E27FC236}">
                      <a16:creationId xmlns:a16="http://schemas.microsoft.com/office/drawing/2014/main" id="{C1763098-3599-1A31-4C8F-36A865A2E78F}"/>
                    </a:ext>
                  </a:extLst>
                </p:cNvPr>
                <p:cNvSpPr/>
                <p:nvPr/>
              </p:nvSpPr>
              <p:spPr bwMode="auto">
                <a:xfrm>
                  <a:off x="5353097" y="3113673"/>
                  <a:ext cx="1228258" cy="309590"/>
                </a:xfrm>
                <a:prstGeom prst="roundRect">
                  <a:avLst>
                    <a:gd name="adj" fmla="val 50000"/>
                  </a:avLst>
                </a:prstGeom>
                <a:noFill/>
                <a:ln w="12700" cap="flat" cmpd="sng" algn="ctr">
                  <a:noFill/>
                  <a:prstDash val="solid"/>
                  <a:headEnd type="none" w="med" len="med"/>
                  <a:tailEnd type="none" w="med" len="med"/>
                </a:ln>
                <a:effectLst/>
              </p:spPr>
              <p:txBody>
                <a:bodyPr rot="0" spcFirstLastPara="0" vertOverflow="overflow" horzOverflow="overflow" vert="horz" wrap="none" lIns="182593" tIns="145886" rIns="182356" bIns="145886" numCol="1" spcCol="0" rtlCol="0" fromWordArt="0" anchor="ctr" anchorCtr="0" forceAA="0" compatLnSpc="1">
                  <a:prstTxWarp prst="textNoShape">
                    <a:avLst/>
                  </a:prstTxWarp>
                  <a:noAutofit/>
                </a:bodyPr>
                <a:lstStyle/>
                <a:p>
                  <a:pPr algn="ctr" defTabSz="929679" fontAlgn="base">
                    <a:spcBef>
                      <a:spcPct val="0"/>
                    </a:spcBef>
                    <a:spcAft>
                      <a:spcPct val="0"/>
                    </a:spcAft>
                    <a:defRPr/>
                  </a:pPr>
                  <a:r>
                    <a:rPr lang="en-US" sz="999" kern="0" dirty="0">
                      <a:gradFill>
                        <a:gsLst>
                          <a:gs pos="0">
                            <a:srgbClr val="000000"/>
                          </a:gs>
                          <a:gs pos="100000">
                            <a:srgbClr val="000000"/>
                          </a:gs>
                        </a:gsLst>
                        <a:lin ang="2700000" scaled="1"/>
                      </a:gradFill>
                      <a:latin typeface="72 Brand Medium" panose="020B0604030603020204" pitchFamily="34" charset="0"/>
                      <a:cs typeface="72" panose="020B0503030000000003" pitchFamily="34" charset="0"/>
                    </a:rPr>
                    <a:t>Analytics Cloud</a:t>
                  </a:r>
                </a:p>
              </p:txBody>
            </p:sp>
          </p:grpSp>
        </p:grpSp>
        <p:grpSp>
          <p:nvGrpSpPr>
            <p:cNvPr id="22" name="Group 21">
              <a:extLst>
                <a:ext uri="{FF2B5EF4-FFF2-40B4-BE49-F238E27FC236}">
                  <a16:creationId xmlns:a16="http://schemas.microsoft.com/office/drawing/2014/main" id="{61679626-6189-1A8F-A274-5C8B65C31F91}"/>
                </a:ext>
              </a:extLst>
            </p:cNvPr>
            <p:cNvGrpSpPr/>
            <p:nvPr/>
          </p:nvGrpSpPr>
          <p:grpSpPr>
            <a:xfrm>
              <a:off x="5855826" y="2835590"/>
              <a:ext cx="1488374" cy="615170"/>
              <a:chOff x="6855009" y="2834501"/>
              <a:chExt cx="1488762" cy="615330"/>
            </a:xfrm>
          </p:grpSpPr>
          <p:sp>
            <p:nvSpPr>
              <p:cNvPr id="46" name="Rectangle: Rounded Corners 254">
                <a:extLst>
                  <a:ext uri="{FF2B5EF4-FFF2-40B4-BE49-F238E27FC236}">
                    <a16:creationId xmlns:a16="http://schemas.microsoft.com/office/drawing/2014/main" id="{1DDFE62C-6F6C-4911-F52A-4ECD82C5B5FC}"/>
                  </a:ext>
                </a:extLst>
              </p:cNvPr>
              <p:cNvSpPr/>
              <p:nvPr/>
            </p:nvSpPr>
            <p:spPr bwMode="gray">
              <a:xfrm>
                <a:off x="6910653" y="2895981"/>
                <a:ext cx="1340397" cy="553850"/>
              </a:xfrm>
              <a:prstGeom prst="roundRect">
                <a:avLst>
                  <a:gd name="adj" fmla="val 8680"/>
                </a:avLst>
              </a:prstGeom>
              <a:gradFill flip="none" rotWithShape="1">
                <a:gsLst>
                  <a:gs pos="100000">
                    <a:srgbClr val="EBF8FF"/>
                  </a:gs>
                  <a:gs pos="0">
                    <a:srgbClr val="FFFFFF">
                      <a:alpha val="70000"/>
                    </a:srgbClr>
                  </a:gs>
                </a:gsLst>
                <a:lin ang="2700000" scaled="1"/>
                <a:tileRect/>
              </a:gradFill>
              <a:ln w="12700" cap="flat" cmpd="sng" algn="ctr">
                <a:noFill/>
                <a:prstDash val="solid"/>
                <a:headEnd type="none" w="med" len="med"/>
                <a:tailEnd type="none" w="med" len="med"/>
              </a:ln>
              <a:effectLst/>
            </p:spPr>
            <p:txBody>
              <a:bodyPr rot="0" spcFirstLastPara="0" vertOverflow="overflow" horzOverflow="overflow" vert="horz" wrap="square" lIns="182403" tIns="145924" rIns="182403" bIns="145924" numCol="1" spcCol="0" rtlCol="0" fromWordArt="0" anchor="t" anchorCtr="0" forceAA="0" compatLnSpc="1">
                <a:prstTxWarp prst="textNoShape">
                  <a:avLst/>
                </a:prstTxWarp>
                <a:noAutofit/>
              </a:bodyPr>
              <a:lstStyle/>
              <a:p>
                <a:pPr defTabSz="929959" fontAlgn="base">
                  <a:spcBef>
                    <a:spcPct val="0"/>
                  </a:spcBef>
                  <a:spcAft>
                    <a:spcPct val="0"/>
                  </a:spcAft>
                  <a:defRPr/>
                </a:pPr>
                <a:endParaRPr lang="en-US" sz="1993" kern="0" dirty="0">
                  <a:gradFill>
                    <a:gsLst>
                      <a:gs pos="0">
                        <a:srgbClr val="000000"/>
                      </a:gs>
                      <a:gs pos="100000">
                        <a:srgbClr val="000000"/>
                      </a:gs>
                    </a:gsLst>
                    <a:lin ang="5400000" scaled="1"/>
                  </a:gradFill>
                  <a:latin typeface="72 Brand"/>
                  <a:cs typeface="72" panose="020B0503030000000003" pitchFamily="34" charset="0"/>
                </a:endParaRPr>
              </a:p>
            </p:txBody>
          </p:sp>
          <p:grpSp>
            <p:nvGrpSpPr>
              <p:cNvPr id="47" name="Group 46">
                <a:extLst>
                  <a:ext uri="{FF2B5EF4-FFF2-40B4-BE49-F238E27FC236}">
                    <a16:creationId xmlns:a16="http://schemas.microsoft.com/office/drawing/2014/main" id="{4CA8B773-68C5-C331-1981-BF5B9B4C2661}"/>
                  </a:ext>
                </a:extLst>
              </p:cNvPr>
              <p:cNvGrpSpPr/>
              <p:nvPr/>
            </p:nvGrpSpPr>
            <p:grpSpPr>
              <a:xfrm>
                <a:off x="6855009" y="2834501"/>
                <a:ext cx="1488762" cy="588762"/>
                <a:chOff x="6855009" y="2834501"/>
                <a:chExt cx="1488762" cy="588762"/>
              </a:xfrm>
            </p:grpSpPr>
            <p:sp>
              <p:nvSpPr>
                <p:cNvPr id="48" name="Rectangle: Rounded Corners 29">
                  <a:extLst>
                    <a:ext uri="{FF2B5EF4-FFF2-40B4-BE49-F238E27FC236}">
                      <a16:creationId xmlns:a16="http://schemas.microsoft.com/office/drawing/2014/main" id="{F675E0F1-34C9-50A3-CD13-A1E674F5B303}"/>
                    </a:ext>
                  </a:extLst>
                </p:cNvPr>
                <p:cNvSpPr/>
                <p:nvPr/>
              </p:nvSpPr>
              <p:spPr bwMode="auto">
                <a:xfrm>
                  <a:off x="6855009" y="2834501"/>
                  <a:ext cx="1488762" cy="309590"/>
                </a:xfrm>
                <a:prstGeom prst="roundRect">
                  <a:avLst>
                    <a:gd name="adj" fmla="val 50000"/>
                  </a:avLst>
                </a:prstGeom>
                <a:solidFill>
                  <a:srgbClr val="0057D2"/>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6" tIns="146000" rIns="182498" bIns="146000" numCol="1" spcCol="0" rtlCol="0" fromWordArt="0" anchor="ctr" anchorCtr="0" forceAA="0" compatLnSpc="1">
                  <a:prstTxWarp prst="textNoShape">
                    <a:avLst/>
                  </a:prstTxWarp>
                  <a:noAutofit/>
                </a:bodyPr>
                <a:lstStyle/>
                <a:p>
                  <a:pPr algn="ctr" defTabSz="930469" fontAlgn="base">
                    <a:spcBef>
                      <a:spcPct val="0"/>
                    </a:spcBef>
                    <a:spcAft>
                      <a:spcPct val="0"/>
                    </a:spcAft>
                    <a:defRPr/>
                  </a:pPr>
                  <a:r>
                    <a:rPr lang="en-US" sz="1100" spc="13" dirty="0">
                      <a:gradFill>
                        <a:gsLst>
                          <a:gs pos="0">
                            <a:prstClr val="white"/>
                          </a:gs>
                          <a:gs pos="100000">
                            <a:prstClr val="white"/>
                          </a:gs>
                        </a:gsLst>
                        <a:lin ang="5400000" scaled="1"/>
                      </a:gradFill>
                      <a:latin typeface="72 Brand Book" panose="020B0404030603020204" pitchFamily="34" charset="0"/>
                    </a:rPr>
                    <a:t>SAP BW modernization</a:t>
                  </a:r>
                </a:p>
              </p:txBody>
            </p:sp>
            <p:sp>
              <p:nvSpPr>
                <p:cNvPr id="49" name="Rectangle: Rounded Corners 29">
                  <a:extLst>
                    <a:ext uri="{FF2B5EF4-FFF2-40B4-BE49-F238E27FC236}">
                      <a16:creationId xmlns:a16="http://schemas.microsoft.com/office/drawing/2014/main" id="{2DE9B376-97E5-1CA6-6C13-7675B225EA6E}"/>
                    </a:ext>
                  </a:extLst>
                </p:cNvPr>
                <p:cNvSpPr/>
                <p:nvPr/>
              </p:nvSpPr>
              <p:spPr bwMode="auto">
                <a:xfrm>
                  <a:off x="6966719" y="3113673"/>
                  <a:ext cx="1228258" cy="309590"/>
                </a:xfrm>
                <a:prstGeom prst="roundRect">
                  <a:avLst>
                    <a:gd name="adj" fmla="val 50000"/>
                  </a:avLst>
                </a:prstGeom>
                <a:noFill/>
                <a:ln w="12700" cap="flat" cmpd="sng" algn="ctr">
                  <a:noFill/>
                  <a:prstDash val="solid"/>
                  <a:headEnd type="none" w="med" len="med"/>
                  <a:tailEnd type="none" w="med" len="med"/>
                </a:ln>
                <a:effectLst/>
              </p:spPr>
              <p:txBody>
                <a:bodyPr rot="0" spcFirstLastPara="0" vertOverflow="overflow" horzOverflow="overflow" vert="horz" wrap="none" lIns="182593" tIns="145886" rIns="182356" bIns="145886" numCol="1" spcCol="0" rtlCol="0" fromWordArt="0" anchor="ctr" anchorCtr="0" forceAA="0" compatLnSpc="1">
                  <a:prstTxWarp prst="textNoShape">
                    <a:avLst/>
                  </a:prstTxWarp>
                  <a:noAutofit/>
                </a:bodyPr>
                <a:lstStyle/>
                <a:p>
                  <a:pPr algn="ctr" defTabSz="929679" fontAlgn="base">
                    <a:spcBef>
                      <a:spcPct val="0"/>
                    </a:spcBef>
                    <a:spcAft>
                      <a:spcPct val="0"/>
                    </a:spcAft>
                    <a:defRPr/>
                  </a:pPr>
                  <a:r>
                    <a:rPr lang="en-US" sz="950" kern="0" dirty="0">
                      <a:gradFill>
                        <a:gsLst>
                          <a:gs pos="0">
                            <a:srgbClr val="000000"/>
                          </a:gs>
                          <a:gs pos="100000">
                            <a:srgbClr val="000000"/>
                          </a:gs>
                        </a:gsLst>
                        <a:lin ang="2700000" scaled="1"/>
                      </a:gradFill>
                      <a:latin typeface="72 Brand Medium"/>
                      <a:cs typeface="72" panose="020B0503030000000003" pitchFamily="34" charset="0"/>
                    </a:rPr>
                    <a:t>SAP Business </a:t>
                  </a:r>
                  <a:br>
                    <a:rPr lang="en-US" sz="950" kern="0" dirty="0">
                      <a:gradFill>
                        <a:gsLst>
                          <a:gs pos="0">
                            <a:srgbClr val="000000"/>
                          </a:gs>
                          <a:gs pos="100000">
                            <a:srgbClr val="000000"/>
                          </a:gs>
                        </a:gsLst>
                        <a:lin ang="2700000" scaled="1"/>
                      </a:gradFill>
                      <a:latin typeface="72 Brand Medium"/>
                      <a:cs typeface="72" panose="020B0503030000000003" pitchFamily="34" charset="0"/>
                    </a:rPr>
                  </a:br>
                  <a:r>
                    <a:rPr lang="en-US" sz="950" kern="0" dirty="0">
                      <a:gradFill>
                        <a:gsLst>
                          <a:gs pos="0">
                            <a:srgbClr val="000000"/>
                          </a:gs>
                          <a:gs pos="100000">
                            <a:srgbClr val="000000"/>
                          </a:gs>
                        </a:gsLst>
                        <a:lin ang="2700000" scaled="1"/>
                      </a:gradFill>
                      <a:latin typeface="72 Brand Medium"/>
                      <a:cs typeface="72" panose="020B0503030000000003" pitchFamily="34" charset="0"/>
                    </a:rPr>
                    <a:t>Warehouse (SAP BW)</a:t>
                  </a:r>
                  <a:endParaRPr lang="en-US" sz="999" kern="0" dirty="0">
                    <a:gradFill>
                      <a:gsLst>
                        <a:gs pos="0">
                          <a:srgbClr val="000000"/>
                        </a:gs>
                        <a:gs pos="100000">
                          <a:srgbClr val="000000"/>
                        </a:gs>
                      </a:gsLst>
                      <a:lin ang="2700000" scaled="1"/>
                    </a:gradFill>
                    <a:latin typeface="72 Brand Medium" panose="020B0604030603020204" pitchFamily="34" charset="0"/>
                    <a:cs typeface="72" panose="020B0503030000000003" pitchFamily="34" charset="0"/>
                  </a:endParaRPr>
                </a:p>
              </p:txBody>
            </p:sp>
          </p:grpSp>
        </p:grpSp>
        <p:grpSp>
          <p:nvGrpSpPr>
            <p:cNvPr id="23" name="Group 22">
              <a:extLst>
                <a:ext uri="{FF2B5EF4-FFF2-40B4-BE49-F238E27FC236}">
                  <a16:creationId xmlns:a16="http://schemas.microsoft.com/office/drawing/2014/main" id="{CD6BF153-EF33-DE5B-23F7-C2141A161A04}"/>
                </a:ext>
              </a:extLst>
            </p:cNvPr>
            <p:cNvGrpSpPr/>
            <p:nvPr/>
          </p:nvGrpSpPr>
          <p:grpSpPr>
            <a:xfrm>
              <a:off x="6405890" y="770710"/>
              <a:ext cx="637176" cy="637180"/>
              <a:chOff x="8729265" y="1941052"/>
              <a:chExt cx="846788" cy="846794"/>
            </a:xfrm>
          </p:grpSpPr>
          <p:sp>
            <p:nvSpPr>
              <p:cNvPr id="44" name="Freeform 140">
                <a:extLst>
                  <a:ext uri="{FF2B5EF4-FFF2-40B4-BE49-F238E27FC236}">
                    <a16:creationId xmlns:a16="http://schemas.microsoft.com/office/drawing/2014/main" id="{FBEDFDCA-8558-C8C0-E1A2-CD45299AB808}"/>
                  </a:ext>
                </a:extLst>
              </p:cNvPr>
              <p:cNvSpPr/>
              <p:nvPr/>
            </p:nvSpPr>
            <p:spPr>
              <a:xfrm>
                <a:off x="8729265" y="1941052"/>
                <a:ext cx="846788" cy="846794"/>
              </a:xfrm>
              <a:custGeom>
                <a:avLst/>
                <a:gdLst>
                  <a:gd name="connsiteX0" fmla="*/ 446722 w 450635"/>
                  <a:gd name="connsiteY0" fmla="*/ 133773 h 450641"/>
                  <a:gd name="connsiteX1" fmla="*/ 362224 w 450635"/>
                  <a:gd name="connsiteY1" fmla="*/ 9836 h 450641"/>
                  <a:gd name="connsiteX2" fmla="*/ 343629 w 450635"/>
                  <a:gd name="connsiteY2" fmla="*/ 0 h 450641"/>
                  <a:gd name="connsiteX3" fmla="*/ 118331 w 450635"/>
                  <a:gd name="connsiteY3" fmla="*/ 0 h 450641"/>
                  <a:gd name="connsiteX4" fmla="*/ 100486 w 450635"/>
                  <a:gd name="connsiteY4" fmla="*/ 8759 h 450641"/>
                  <a:gd name="connsiteX5" fmla="*/ 4699 w 450635"/>
                  <a:gd name="connsiteY5" fmla="*/ 132696 h 450641"/>
                  <a:gd name="connsiteX6" fmla="*/ 4231 w 450635"/>
                  <a:gd name="connsiteY6" fmla="*/ 159629 h 450641"/>
                  <a:gd name="connsiteX7" fmla="*/ 206998 w 450635"/>
                  <a:gd name="connsiteY7" fmla="*/ 441274 h 450641"/>
                  <a:gd name="connsiteX8" fmla="*/ 225312 w 450635"/>
                  <a:gd name="connsiteY8" fmla="*/ 450642 h 450641"/>
                  <a:gd name="connsiteX9" fmla="*/ 243626 w 450635"/>
                  <a:gd name="connsiteY9" fmla="*/ 441274 h 450641"/>
                  <a:gd name="connsiteX10" fmla="*/ 446394 w 450635"/>
                  <a:gd name="connsiteY10" fmla="*/ 159629 h 450641"/>
                  <a:gd name="connsiteX11" fmla="*/ 446722 w 450635"/>
                  <a:gd name="connsiteY11" fmla="*/ 133773 h 450641"/>
                  <a:gd name="connsiteX12" fmla="*/ 331357 w 450635"/>
                  <a:gd name="connsiteY12" fmla="*/ 164266 h 450641"/>
                  <a:gd name="connsiteX13" fmla="*/ 276883 w 450635"/>
                  <a:gd name="connsiteY13" fmla="*/ 218693 h 450641"/>
                  <a:gd name="connsiteX14" fmla="*/ 258287 w 450635"/>
                  <a:gd name="connsiteY14" fmla="*/ 218693 h 450641"/>
                  <a:gd name="connsiteX15" fmla="*/ 203813 w 450635"/>
                  <a:gd name="connsiteY15" fmla="*/ 164266 h 450641"/>
                  <a:gd name="connsiteX16" fmla="*/ 203813 w 450635"/>
                  <a:gd name="connsiteY16" fmla="*/ 145577 h 450641"/>
                  <a:gd name="connsiteX17" fmla="*/ 258287 w 450635"/>
                  <a:gd name="connsiteY17" fmla="*/ 91149 h 450641"/>
                  <a:gd name="connsiteX18" fmla="*/ 276883 w 450635"/>
                  <a:gd name="connsiteY18" fmla="*/ 91149 h 450641"/>
                  <a:gd name="connsiteX19" fmla="*/ 331357 w 450635"/>
                  <a:gd name="connsiteY19" fmla="*/ 145577 h 450641"/>
                  <a:gd name="connsiteX20" fmla="*/ 331357 w 450635"/>
                  <a:gd name="connsiteY20" fmla="*/ 164266 h 450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0635" h="450641">
                    <a:moveTo>
                      <a:pt x="446722" y="133773"/>
                    </a:moveTo>
                    <a:lnTo>
                      <a:pt x="362224" y="9836"/>
                    </a:lnTo>
                    <a:cubicBezTo>
                      <a:pt x="358008" y="3700"/>
                      <a:pt x="351076" y="0"/>
                      <a:pt x="343629" y="0"/>
                    </a:cubicBezTo>
                    <a:lnTo>
                      <a:pt x="118331" y="0"/>
                    </a:lnTo>
                    <a:cubicBezTo>
                      <a:pt x="111352" y="0"/>
                      <a:pt x="104748" y="3232"/>
                      <a:pt x="100486" y="8759"/>
                    </a:cubicBezTo>
                    <a:lnTo>
                      <a:pt x="4699" y="132696"/>
                    </a:lnTo>
                    <a:cubicBezTo>
                      <a:pt x="-1390" y="140612"/>
                      <a:pt x="-1577" y="151525"/>
                      <a:pt x="4231" y="159629"/>
                    </a:cubicBezTo>
                    <a:lnTo>
                      <a:pt x="206998" y="441274"/>
                    </a:lnTo>
                    <a:cubicBezTo>
                      <a:pt x="211214" y="447176"/>
                      <a:pt x="218052" y="450642"/>
                      <a:pt x="225312" y="450642"/>
                    </a:cubicBezTo>
                    <a:cubicBezTo>
                      <a:pt x="232572" y="450642"/>
                      <a:pt x="239364" y="447176"/>
                      <a:pt x="243626" y="441274"/>
                    </a:cubicBezTo>
                    <a:lnTo>
                      <a:pt x="446394" y="159629"/>
                    </a:lnTo>
                    <a:cubicBezTo>
                      <a:pt x="451921" y="151947"/>
                      <a:pt x="452062" y="141595"/>
                      <a:pt x="446722" y="133773"/>
                    </a:cubicBezTo>
                    <a:close/>
                    <a:moveTo>
                      <a:pt x="331357" y="164266"/>
                    </a:moveTo>
                    <a:cubicBezTo>
                      <a:pt x="300817" y="174570"/>
                      <a:pt x="287234" y="188154"/>
                      <a:pt x="276883" y="218693"/>
                    </a:cubicBezTo>
                    <a:cubicBezTo>
                      <a:pt x="273885" y="227546"/>
                      <a:pt x="261285" y="227546"/>
                      <a:pt x="258287" y="218693"/>
                    </a:cubicBezTo>
                    <a:cubicBezTo>
                      <a:pt x="247936" y="188154"/>
                      <a:pt x="234399" y="174570"/>
                      <a:pt x="203813" y="164266"/>
                    </a:cubicBezTo>
                    <a:cubicBezTo>
                      <a:pt x="194960" y="161268"/>
                      <a:pt x="194960" y="148575"/>
                      <a:pt x="203813" y="145577"/>
                    </a:cubicBezTo>
                    <a:cubicBezTo>
                      <a:pt x="234352" y="135272"/>
                      <a:pt x="247936" y="121689"/>
                      <a:pt x="258287" y="91149"/>
                    </a:cubicBezTo>
                    <a:cubicBezTo>
                      <a:pt x="261285" y="82297"/>
                      <a:pt x="273885" y="82297"/>
                      <a:pt x="276883" y="91149"/>
                    </a:cubicBezTo>
                    <a:cubicBezTo>
                      <a:pt x="287234" y="121689"/>
                      <a:pt x="300771" y="135272"/>
                      <a:pt x="331357" y="145577"/>
                    </a:cubicBezTo>
                    <a:cubicBezTo>
                      <a:pt x="340209" y="148575"/>
                      <a:pt x="340209" y="161268"/>
                      <a:pt x="331357" y="164266"/>
                    </a:cubicBezTo>
                    <a:close/>
                  </a:path>
                </a:pathLst>
              </a:custGeom>
              <a:solidFill>
                <a:schemeClr val="bg1"/>
              </a:solidFill>
              <a:ln w="4615" cap="flat">
                <a:noFill/>
                <a:prstDash val="solid"/>
                <a:miter/>
              </a:ln>
            </p:spPr>
            <p:txBody>
              <a:bodyPr rtlCol="0" anchor="ctr"/>
              <a:lstStyle/>
              <a:p>
                <a:pPr defTabSz="913852">
                  <a:defRPr/>
                </a:pPr>
                <a:endParaRPr lang="en-DE" sz="1600">
                  <a:solidFill>
                    <a:prstClr val="black"/>
                  </a:solidFill>
                  <a:latin typeface="Aptos" panose="02110004020202020204"/>
                </a:endParaRPr>
              </a:p>
            </p:txBody>
          </p:sp>
          <p:pic>
            <p:nvPicPr>
              <p:cNvPr id="45" name="Graphic 44">
                <a:extLst>
                  <a:ext uri="{FF2B5EF4-FFF2-40B4-BE49-F238E27FC236}">
                    <a16:creationId xmlns:a16="http://schemas.microsoft.com/office/drawing/2014/main" id="{775BC9E7-34D1-EFEB-A1B2-630DDA10623F}"/>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8927351" y="2263480"/>
                <a:ext cx="454342" cy="454342"/>
              </a:xfrm>
              <a:prstGeom prst="rect">
                <a:avLst/>
              </a:prstGeom>
              <a:effectLst>
                <a:glow rad="1066800">
                  <a:schemeClr val="bg1">
                    <a:alpha val="5000"/>
                  </a:schemeClr>
                </a:glow>
              </a:effectLst>
            </p:spPr>
          </p:pic>
        </p:grpSp>
        <p:grpSp>
          <p:nvGrpSpPr>
            <p:cNvPr id="24" name="Group 23">
              <a:extLst>
                <a:ext uri="{FF2B5EF4-FFF2-40B4-BE49-F238E27FC236}">
                  <a16:creationId xmlns:a16="http://schemas.microsoft.com/office/drawing/2014/main" id="{7F42D379-A17A-86AA-E808-113BF3501530}"/>
                </a:ext>
              </a:extLst>
            </p:cNvPr>
            <p:cNvGrpSpPr/>
            <p:nvPr/>
          </p:nvGrpSpPr>
          <p:grpSpPr>
            <a:xfrm>
              <a:off x="9298777" y="2835587"/>
              <a:ext cx="1445104" cy="597652"/>
              <a:chOff x="3661201" y="2834501"/>
              <a:chExt cx="1445480" cy="597812"/>
            </a:xfrm>
          </p:grpSpPr>
          <p:sp>
            <p:nvSpPr>
              <p:cNvPr id="26" name="Rectangle: Rounded Corners 254">
                <a:extLst>
                  <a:ext uri="{FF2B5EF4-FFF2-40B4-BE49-F238E27FC236}">
                    <a16:creationId xmlns:a16="http://schemas.microsoft.com/office/drawing/2014/main" id="{508315B8-33A5-4CB6-4916-651213BF084C}"/>
                  </a:ext>
                </a:extLst>
              </p:cNvPr>
              <p:cNvSpPr/>
              <p:nvPr/>
            </p:nvSpPr>
            <p:spPr bwMode="gray">
              <a:xfrm>
                <a:off x="3715886" y="2878462"/>
                <a:ext cx="1340397" cy="553851"/>
              </a:xfrm>
              <a:prstGeom prst="roundRect">
                <a:avLst>
                  <a:gd name="adj" fmla="val 8680"/>
                </a:avLst>
              </a:prstGeom>
              <a:gradFill flip="none" rotWithShape="1">
                <a:gsLst>
                  <a:gs pos="100000">
                    <a:srgbClr val="EBF8FF"/>
                  </a:gs>
                  <a:gs pos="0">
                    <a:srgbClr val="FFFFFF">
                      <a:alpha val="70000"/>
                    </a:srgbClr>
                  </a:gs>
                </a:gsLst>
                <a:lin ang="2700000" scaled="1"/>
                <a:tileRect/>
              </a:gradFill>
              <a:ln w="12700" cap="flat" cmpd="sng" algn="ctr">
                <a:noFill/>
                <a:prstDash val="solid"/>
                <a:headEnd type="none" w="med" len="med"/>
                <a:tailEnd type="none" w="med" len="med"/>
              </a:ln>
              <a:effectLst/>
            </p:spPr>
            <p:txBody>
              <a:bodyPr rot="0" spcFirstLastPara="0" vertOverflow="overflow" horzOverflow="overflow" vert="horz" wrap="square" lIns="182403" tIns="145924" rIns="182403" bIns="145924" numCol="1" spcCol="0" rtlCol="0" fromWordArt="0" anchor="t" anchorCtr="0" forceAA="0" compatLnSpc="1">
                <a:prstTxWarp prst="textNoShape">
                  <a:avLst/>
                </a:prstTxWarp>
                <a:noAutofit/>
              </a:bodyPr>
              <a:lstStyle/>
              <a:p>
                <a:pPr defTabSz="929959" fontAlgn="base">
                  <a:spcBef>
                    <a:spcPct val="0"/>
                  </a:spcBef>
                  <a:spcAft>
                    <a:spcPct val="0"/>
                  </a:spcAft>
                  <a:defRPr/>
                </a:pPr>
                <a:endParaRPr lang="en-US" sz="1399" kern="0" dirty="0">
                  <a:gradFill>
                    <a:gsLst>
                      <a:gs pos="0">
                        <a:srgbClr val="000000"/>
                      </a:gs>
                      <a:gs pos="100000">
                        <a:srgbClr val="000000"/>
                      </a:gs>
                    </a:gsLst>
                    <a:lin ang="5400000" scaled="1"/>
                  </a:gradFill>
                  <a:latin typeface="72 Brand"/>
                  <a:cs typeface="72" panose="020B0503030000000003" pitchFamily="34" charset="0"/>
                </a:endParaRPr>
              </a:p>
            </p:txBody>
          </p:sp>
          <p:grpSp>
            <p:nvGrpSpPr>
              <p:cNvPr id="27" name="Group 26">
                <a:extLst>
                  <a:ext uri="{FF2B5EF4-FFF2-40B4-BE49-F238E27FC236}">
                    <a16:creationId xmlns:a16="http://schemas.microsoft.com/office/drawing/2014/main" id="{631AEC89-3CCD-06D0-1C1A-F0D95517AE93}"/>
                  </a:ext>
                </a:extLst>
              </p:cNvPr>
              <p:cNvGrpSpPr/>
              <p:nvPr/>
            </p:nvGrpSpPr>
            <p:grpSpPr>
              <a:xfrm>
                <a:off x="3661201" y="2834501"/>
                <a:ext cx="1445480" cy="595950"/>
                <a:chOff x="3661201" y="2834501"/>
                <a:chExt cx="1445480" cy="595950"/>
              </a:xfrm>
            </p:grpSpPr>
            <p:sp>
              <p:nvSpPr>
                <p:cNvPr id="28" name="Rectangle: Rounded Corners 29">
                  <a:extLst>
                    <a:ext uri="{FF2B5EF4-FFF2-40B4-BE49-F238E27FC236}">
                      <a16:creationId xmlns:a16="http://schemas.microsoft.com/office/drawing/2014/main" id="{517528BF-FE4F-7FE7-A4BA-53F1FD34AA95}"/>
                    </a:ext>
                  </a:extLst>
                </p:cNvPr>
                <p:cNvSpPr/>
                <p:nvPr/>
              </p:nvSpPr>
              <p:spPr bwMode="auto">
                <a:xfrm>
                  <a:off x="3661201" y="2834501"/>
                  <a:ext cx="1445480" cy="309590"/>
                </a:xfrm>
                <a:prstGeom prst="roundRect">
                  <a:avLst>
                    <a:gd name="adj" fmla="val 50000"/>
                  </a:avLst>
                </a:prstGeom>
                <a:solidFill>
                  <a:srgbClr val="0057D2"/>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6" tIns="146000" rIns="182498" bIns="146000" numCol="1" spcCol="0" rtlCol="0" fromWordArt="0" anchor="ctr" anchorCtr="0" forceAA="0" compatLnSpc="1">
                  <a:prstTxWarp prst="textNoShape">
                    <a:avLst/>
                  </a:prstTxWarp>
                  <a:noAutofit/>
                </a:bodyPr>
                <a:lstStyle/>
                <a:p>
                  <a:pPr algn="ctr" defTabSz="930469" fontAlgn="base">
                    <a:spcBef>
                      <a:spcPct val="0"/>
                    </a:spcBef>
                    <a:spcAft>
                      <a:spcPct val="0"/>
                    </a:spcAft>
                    <a:defRPr/>
                  </a:pPr>
                  <a:r>
                    <a:rPr lang="en-US" sz="1100" spc="13">
                      <a:gradFill>
                        <a:gsLst>
                          <a:gs pos="0">
                            <a:prstClr val="white"/>
                          </a:gs>
                          <a:gs pos="100000">
                            <a:prstClr val="white"/>
                          </a:gs>
                        </a:gsLst>
                        <a:lin ang="5400000" scaled="1"/>
                      </a:gradFill>
                      <a:latin typeface="72 Brand Book" panose="020B0404030603020204" pitchFamily="34" charset="0"/>
                    </a:rPr>
                    <a:t>AI operating system</a:t>
                  </a:r>
                </a:p>
              </p:txBody>
            </p:sp>
            <p:sp>
              <p:nvSpPr>
                <p:cNvPr id="29" name="Rectangle: Rounded Corners 29">
                  <a:extLst>
                    <a:ext uri="{FF2B5EF4-FFF2-40B4-BE49-F238E27FC236}">
                      <a16:creationId xmlns:a16="http://schemas.microsoft.com/office/drawing/2014/main" id="{56F70563-FEF6-1C4E-88B6-C14FAEF4CC44}"/>
                    </a:ext>
                  </a:extLst>
                </p:cNvPr>
                <p:cNvSpPr/>
                <p:nvPr/>
              </p:nvSpPr>
              <p:spPr bwMode="auto">
                <a:xfrm>
                  <a:off x="3785800" y="3120861"/>
                  <a:ext cx="1228258" cy="309590"/>
                </a:xfrm>
                <a:prstGeom prst="roundRect">
                  <a:avLst>
                    <a:gd name="adj" fmla="val 50000"/>
                  </a:avLst>
                </a:prstGeom>
                <a:noFill/>
                <a:ln w="12700" cap="flat" cmpd="sng" algn="ctr">
                  <a:noFill/>
                  <a:prstDash val="solid"/>
                  <a:headEnd type="none" w="med" len="med"/>
                  <a:tailEnd type="none" w="med" len="med"/>
                </a:ln>
                <a:effectLst/>
              </p:spPr>
              <p:txBody>
                <a:bodyPr rot="0" spcFirstLastPara="0" vertOverflow="overflow" horzOverflow="overflow" vert="horz" wrap="none" lIns="182593" tIns="145886" rIns="182356" bIns="145886" numCol="1" spcCol="0" rtlCol="0" fromWordArt="0" anchor="ctr" anchorCtr="0" forceAA="0" compatLnSpc="1">
                  <a:prstTxWarp prst="textNoShape">
                    <a:avLst/>
                  </a:prstTxWarp>
                  <a:noAutofit/>
                </a:bodyPr>
                <a:lstStyle/>
                <a:p>
                  <a:pPr algn="ctr" defTabSz="929679" fontAlgn="base">
                    <a:spcBef>
                      <a:spcPct val="0"/>
                    </a:spcBef>
                    <a:spcAft>
                      <a:spcPct val="0"/>
                    </a:spcAft>
                    <a:defRPr/>
                  </a:pPr>
                  <a:r>
                    <a:rPr lang="en-US" sz="999" kern="0" dirty="0">
                      <a:gradFill>
                        <a:gsLst>
                          <a:gs pos="0">
                            <a:srgbClr val="000000"/>
                          </a:gs>
                          <a:gs pos="100000">
                            <a:srgbClr val="000000"/>
                          </a:gs>
                        </a:gsLst>
                        <a:lin ang="2700000" scaled="1"/>
                      </a:gradFill>
                      <a:latin typeface="72 Brand Medium" panose="020B0604030603020204" pitchFamily="34" charset="0"/>
                      <a:cs typeface="72" panose="020B0503030000000003" pitchFamily="34" charset="0"/>
                    </a:rPr>
                    <a:t>AI Foundation</a:t>
                  </a:r>
                </a:p>
              </p:txBody>
            </p:sp>
          </p:grpSp>
        </p:grpSp>
        <p:sp>
          <p:nvSpPr>
            <p:cNvPr id="25" name="Rectangle: Rounded Corners 29">
              <a:extLst>
                <a:ext uri="{FF2B5EF4-FFF2-40B4-BE49-F238E27FC236}">
                  <a16:creationId xmlns:a16="http://schemas.microsoft.com/office/drawing/2014/main" id="{4809BF8A-C2DE-66EC-F4D6-ECB844F113B9}"/>
                </a:ext>
              </a:extLst>
            </p:cNvPr>
            <p:cNvSpPr/>
            <p:nvPr/>
          </p:nvSpPr>
          <p:spPr bwMode="auto">
            <a:xfrm>
              <a:off x="10731950" y="2894520"/>
              <a:ext cx="1305403" cy="513297"/>
            </a:xfrm>
            <a:prstGeom prst="roundRect">
              <a:avLst>
                <a:gd name="adj" fmla="val 12318"/>
              </a:avLst>
            </a:prstGeom>
            <a:gradFill flip="none" rotWithShape="1">
              <a:gsLst>
                <a:gs pos="100000">
                  <a:srgbClr val="EBF8FF"/>
                </a:gs>
                <a:gs pos="0">
                  <a:srgbClr val="FFFFFF"/>
                </a:gs>
              </a:gsLst>
              <a:lin ang="2700000" scaled="1"/>
              <a:tileRect/>
            </a:gradFill>
            <a:ln w="12700" cap="flat" cmpd="sng" algn="ctr">
              <a:noFill/>
              <a:prstDash val="solid"/>
              <a:headEnd type="none" w="med" len="med"/>
              <a:tailEnd type="none" w="med" len="med"/>
            </a:ln>
            <a:effectLst>
              <a:outerShdw blurRad="50800" dir="2700000" algn="tl" rotWithShape="0">
                <a:prstClr val="black">
                  <a:alpha val="20000"/>
                </a:prstClr>
              </a:outerShdw>
            </a:effectLst>
          </p:spPr>
          <p:txBody>
            <a:bodyPr rot="0" spcFirstLastPara="0" vertOverflow="overflow" horzOverflow="overflow" vert="horz" wrap="none" lIns="182593" tIns="145886" rIns="182356" bIns="145886" numCol="1" spcCol="0" rtlCol="0" fromWordArt="0" anchor="ctr" anchorCtr="0" forceAA="0" compatLnSpc="1">
              <a:prstTxWarp prst="textNoShape">
                <a:avLst/>
              </a:prstTxWarp>
              <a:noAutofit/>
            </a:bodyPr>
            <a:lstStyle/>
            <a:p>
              <a:pPr algn="ctr" defTabSz="929679" fontAlgn="base">
                <a:spcBef>
                  <a:spcPct val="0"/>
                </a:spcBef>
                <a:spcAft>
                  <a:spcPct val="0"/>
                </a:spcAft>
                <a:defRPr/>
              </a:pPr>
              <a:r>
                <a:rPr lang="en-US" sz="1097" kern="0" dirty="0">
                  <a:gradFill>
                    <a:gsLst>
                      <a:gs pos="0">
                        <a:srgbClr val="00144A"/>
                      </a:gs>
                      <a:gs pos="100000">
                        <a:srgbClr val="00144A"/>
                      </a:gs>
                    </a:gsLst>
                    <a:lin ang="5400000" scaled="1"/>
                  </a:gradFill>
                  <a:latin typeface="72 Brand"/>
                  <a:cs typeface="72" panose="020B0503030000000003" pitchFamily="34" charset="0"/>
                </a:rPr>
                <a:t>Third-party</a:t>
              </a:r>
              <a:br>
                <a:rPr lang="en-US" sz="1097" kern="0" dirty="0">
                  <a:gradFill>
                    <a:gsLst>
                      <a:gs pos="0">
                        <a:srgbClr val="00144A"/>
                      </a:gs>
                      <a:gs pos="100000">
                        <a:srgbClr val="00144A"/>
                      </a:gs>
                    </a:gsLst>
                    <a:lin ang="5400000" scaled="1"/>
                  </a:gradFill>
                  <a:latin typeface="72 Brand"/>
                  <a:cs typeface="72" panose="020B0503030000000003" pitchFamily="34" charset="0"/>
                </a:rPr>
              </a:br>
              <a:r>
                <a:rPr lang="en-US" sz="1097" kern="0" dirty="0">
                  <a:gradFill>
                    <a:gsLst>
                      <a:gs pos="0">
                        <a:srgbClr val="00144A"/>
                      </a:gs>
                      <a:gs pos="100000">
                        <a:srgbClr val="00144A"/>
                      </a:gs>
                    </a:gsLst>
                    <a:lin ang="5400000" scaled="1"/>
                  </a:gradFill>
                  <a:latin typeface="72 Brand"/>
                  <a:cs typeface="72" panose="020B0503030000000003" pitchFamily="34" charset="0"/>
                </a:rPr>
                <a:t>consumption tools</a:t>
              </a:r>
            </a:p>
          </p:txBody>
        </p:sp>
      </p:grpSp>
      <p:grpSp>
        <p:nvGrpSpPr>
          <p:cNvPr id="144" name="Group 143">
            <a:extLst>
              <a:ext uri="{FF2B5EF4-FFF2-40B4-BE49-F238E27FC236}">
                <a16:creationId xmlns:a16="http://schemas.microsoft.com/office/drawing/2014/main" id="{4B31E7B7-62A7-CFDD-5AC9-097DAF13A99C}"/>
              </a:ext>
            </a:extLst>
          </p:cNvPr>
          <p:cNvGrpSpPr/>
          <p:nvPr/>
        </p:nvGrpSpPr>
        <p:grpSpPr>
          <a:xfrm>
            <a:off x="1708436" y="3346281"/>
            <a:ext cx="3120844" cy="640304"/>
            <a:chOff x="2009575" y="3627227"/>
            <a:chExt cx="3121657" cy="640471"/>
          </a:xfrm>
        </p:grpSpPr>
        <p:sp>
          <p:nvSpPr>
            <p:cNvPr id="145" name="Rectangle: Rounded Corners 254">
              <a:extLst>
                <a:ext uri="{FF2B5EF4-FFF2-40B4-BE49-F238E27FC236}">
                  <a16:creationId xmlns:a16="http://schemas.microsoft.com/office/drawing/2014/main" id="{0408B219-72EA-B76C-4C7C-D6B78868E5DD}"/>
                </a:ext>
              </a:extLst>
            </p:cNvPr>
            <p:cNvSpPr/>
            <p:nvPr/>
          </p:nvSpPr>
          <p:spPr bwMode="gray">
            <a:xfrm>
              <a:off x="3623557" y="3684889"/>
              <a:ext cx="1339200" cy="554400"/>
            </a:xfrm>
            <a:prstGeom prst="roundRect">
              <a:avLst>
                <a:gd name="adj" fmla="val 8680"/>
              </a:avLst>
            </a:prstGeom>
            <a:gradFill flip="none" rotWithShape="1">
              <a:gsLst>
                <a:gs pos="100000">
                  <a:schemeClr val="bg2">
                    <a:lumMod val="55000"/>
                    <a:lumOff val="45000"/>
                  </a:schemeClr>
                </a:gs>
                <a:gs pos="0">
                  <a:srgbClr val="FFFFFF">
                    <a:alpha val="70000"/>
                  </a:srgbClr>
                </a:gs>
              </a:gsLst>
              <a:lin ang="2700000" scaled="1"/>
              <a:tileRect/>
            </a:gradFill>
            <a:ln w="12700" cap="flat" cmpd="sng" algn="ctr">
              <a:noFill/>
              <a:prstDash val="solid"/>
              <a:headEnd type="none" w="med" len="med"/>
              <a:tailEnd type="none" w="med" len="med"/>
            </a:ln>
            <a:effectLst/>
          </p:spPr>
          <p:txBody>
            <a:bodyPr rot="0" spcFirstLastPara="0" vertOverflow="overflow" horzOverflow="overflow" vert="horz" wrap="square" lIns="182546" tIns="146038" rIns="182546" bIns="146038" numCol="1" spcCol="0" rtlCol="0" fromWordArt="0" anchor="t" anchorCtr="0" forceAA="0" compatLnSpc="1">
              <a:prstTxWarp prst="textNoShape">
                <a:avLst/>
              </a:prstTxWarp>
              <a:noAutofit/>
            </a:bodyPr>
            <a:lstStyle/>
            <a:p>
              <a:pPr defTabSz="930703" fontAlgn="base">
                <a:spcBef>
                  <a:spcPct val="0"/>
                </a:spcBef>
                <a:spcAft>
                  <a:spcPct val="0"/>
                </a:spcAft>
                <a:defRPr/>
              </a:pPr>
              <a:endParaRPr lang="en-US" sz="1995" kern="0" dirty="0">
                <a:gradFill>
                  <a:gsLst>
                    <a:gs pos="0">
                      <a:srgbClr val="000000"/>
                    </a:gs>
                    <a:gs pos="100000">
                      <a:srgbClr val="000000"/>
                    </a:gs>
                  </a:gsLst>
                  <a:lin ang="5400000" scaled="1"/>
                </a:gradFill>
                <a:latin typeface="72 Brand"/>
                <a:cs typeface="72" panose="020B0503030000000003" pitchFamily="34" charset="0"/>
              </a:endParaRPr>
            </a:p>
          </p:txBody>
        </p:sp>
        <p:sp>
          <p:nvSpPr>
            <p:cNvPr id="146" name="Rectangle: Rounded Corners 29">
              <a:extLst>
                <a:ext uri="{FF2B5EF4-FFF2-40B4-BE49-F238E27FC236}">
                  <a16:creationId xmlns:a16="http://schemas.microsoft.com/office/drawing/2014/main" id="{4AE0A3B2-BCCF-2D50-F0A5-16897B9BC604}"/>
                </a:ext>
              </a:extLst>
            </p:cNvPr>
            <p:cNvSpPr/>
            <p:nvPr/>
          </p:nvSpPr>
          <p:spPr bwMode="auto">
            <a:xfrm>
              <a:off x="3478832" y="3627227"/>
              <a:ext cx="1652400" cy="309600"/>
            </a:xfrm>
            <a:prstGeom prst="roundRect">
              <a:avLst>
                <a:gd name="adj" fmla="val 50000"/>
              </a:avLst>
            </a:prstGeom>
            <a:solidFill>
              <a:srgbClr val="0057D2"/>
            </a:solidFill>
            <a:ln w="12700" cap="flat" cmpd="sng" algn="ctr">
              <a:noFill/>
              <a:prstDash val="solid"/>
              <a:headEnd type="none" w="med" len="med"/>
              <a:tailEnd type="none" w="med" len="med"/>
            </a:ln>
            <a:effectLst/>
          </p:spPr>
          <p:txBody>
            <a:bodyPr rot="0" spcFirstLastPara="0" vertOverflow="overflow" horzOverflow="overflow" vert="horz" wrap="none" lIns="182736" tIns="146000" rIns="182498" bIns="146000" numCol="1" spcCol="0" rtlCol="0" fromWordArt="0" anchor="ctr" anchorCtr="0" forceAA="0" compatLnSpc="1">
              <a:prstTxWarp prst="textNoShape">
                <a:avLst/>
              </a:prstTxWarp>
              <a:noAutofit/>
            </a:bodyPr>
            <a:lstStyle/>
            <a:p>
              <a:pPr algn="ctr" defTabSz="930423" fontAlgn="base">
                <a:spcBef>
                  <a:spcPct val="0"/>
                </a:spcBef>
                <a:spcAft>
                  <a:spcPct val="0"/>
                </a:spcAft>
                <a:defRPr/>
              </a:pPr>
              <a:r>
                <a:rPr lang="en-US" sz="1100" kern="0" dirty="0">
                  <a:gradFill>
                    <a:gsLst>
                      <a:gs pos="0">
                        <a:srgbClr val="FFFFFF"/>
                      </a:gs>
                      <a:gs pos="100000">
                        <a:srgbClr val="FFFFFF"/>
                      </a:gs>
                    </a:gsLst>
                    <a:lin ang="5400000" scaled="1"/>
                  </a:gradFill>
                  <a:latin typeface="72 Brand Book" panose="020B0404030603020204" pitchFamily="34" charset="0"/>
                  <a:cs typeface="72" panose="020B0503030000000003" pitchFamily="34" charset="0"/>
                </a:rPr>
                <a:t>Analytics and planning</a:t>
              </a:r>
            </a:p>
          </p:txBody>
        </p:sp>
        <p:sp>
          <p:nvSpPr>
            <p:cNvPr id="147" name="Rectangle: Rounded Corners 254">
              <a:extLst>
                <a:ext uri="{FF2B5EF4-FFF2-40B4-BE49-F238E27FC236}">
                  <a16:creationId xmlns:a16="http://schemas.microsoft.com/office/drawing/2014/main" id="{B3AB1D4D-D3F5-4A31-EA2D-3730CBFD39B5}"/>
                </a:ext>
              </a:extLst>
            </p:cNvPr>
            <p:cNvSpPr/>
            <p:nvPr/>
          </p:nvSpPr>
          <p:spPr bwMode="gray">
            <a:xfrm>
              <a:off x="2061775" y="3669670"/>
              <a:ext cx="1339200" cy="554400"/>
            </a:xfrm>
            <a:prstGeom prst="roundRect">
              <a:avLst>
                <a:gd name="adj" fmla="val 8680"/>
              </a:avLst>
            </a:prstGeom>
            <a:gradFill flip="none" rotWithShape="1">
              <a:gsLst>
                <a:gs pos="100000">
                  <a:schemeClr val="bg2">
                    <a:lumMod val="55000"/>
                    <a:lumOff val="45000"/>
                  </a:schemeClr>
                </a:gs>
                <a:gs pos="0">
                  <a:srgbClr val="FFFFFF">
                    <a:alpha val="70000"/>
                  </a:srgbClr>
                </a:gs>
              </a:gsLst>
              <a:lin ang="2700000" scaled="1"/>
              <a:tileRect/>
            </a:gradFill>
            <a:ln w="12700" cap="flat" cmpd="sng" algn="ctr">
              <a:noFill/>
              <a:prstDash val="solid"/>
              <a:headEnd type="none" w="med" len="med"/>
              <a:tailEnd type="none" w="med" len="med"/>
            </a:ln>
            <a:effectLst/>
          </p:spPr>
          <p:txBody>
            <a:bodyPr rot="0" spcFirstLastPara="0" vertOverflow="overflow" horzOverflow="overflow" vert="horz" wrap="square" lIns="182546" tIns="146038" rIns="182546" bIns="146038" numCol="1" spcCol="0" rtlCol="0" fromWordArt="0" anchor="t" anchorCtr="0" forceAA="0" compatLnSpc="1">
              <a:prstTxWarp prst="textNoShape">
                <a:avLst/>
              </a:prstTxWarp>
              <a:noAutofit/>
            </a:bodyPr>
            <a:lstStyle/>
            <a:p>
              <a:pPr defTabSz="930703" fontAlgn="base">
                <a:spcBef>
                  <a:spcPct val="0"/>
                </a:spcBef>
                <a:spcAft>
                  <a:spcPct val="0"/>
                </a:spcAft>
                <a:defRPr/>
              </a:pPr>
              <a:endParaRPr lang="en-US" sz="1400" kern="0" dirty="0">
                <a:gradFill>
                  <a:gsLst>
                    <a:gs pos="0">
                      <a:srgbClr val="000000"/>
                    </a:gs>
                    <a:gs pos="100000">
                      <a:srgbClr val="000000"/>
                    </a:gs>
                  </a:gsLst>
                  <a:lin ang="5400000" scaled="1"/>
                </a:gradFill>
                <a:latin typeface="72 Brand"/>
                <a:cs typeface="72" panose="020B0503030000000003" pitchFamily="34" charset="0"/>
              </a:endParaRPr>
            </a:p>
          </p:txBody>
        </p:sp>
        <p:sp>
          <p:nvSpPr>
            <p:cNvPr id="148" name="Rectangle: Rounded Corners 29">
              <a:extLst>
                <a:ext uri="{FF2B5EF4-FFF2-40B4-BE49-F238E27FC236}">
                  <a16:creationId xmlns:a16="http://schemas.microsoft.com/office/drawing/2014/main" id="{0A010103-93CE-EAFC-6576-937ED87C891E}"/>
                </a:ext>
              </a:extLst>
            </p:cNvPr>
            <p:cNvSpPr/>
            <p:nvPr/>
          </p:nvSpPr>
          <p:spPr bwMode="auto">
            <a:xfrm>
              <a:off x="2009575" y="3627227"/>
              <a:ext cx="1443600" cy="309600"/>
            </a:xfrm>
            <a:prstGeom prst="roundRect">
              <a:avLst>
                <a:gd name="adj" fmla="val 50000"/>
              </a:avLst>
            </a:prstGeom>
            <a:solidFill>
              <a:srgbClr val="0057D2"/>
            </a:solidFill>
            <a:ln w="12700" cap="flat" cmpd="sng" algn="ctr">
              <a:noFill/>
              <a:prstDash val="solid"/>
              <a:headEnd type="none" w="med" len="med"/>
              <a:tailEnd type="none" w="med" len="med"/>
            </a:ln>
            <a:effectLst/>
          </p:spPr>
          <p:txBody>
            <a:bodyPr rot="0" spcFirstLastPara="0" vertOverflow="overflow" horzOverflow="overflow" vert="horz" wrap="none" lIns="182736" tIns="146000" rIns="182498" bIns="146000" numCol="1" spcCol="0" rtlCol="0" fromWordArt="0" anchor="ctr" anchorCtr="0" forceAA="0" compatLnSpc="1">
              <a:prstTxWarp prst="textNoShape">
                <a:avLst/>
              </a:prstTxWarp>
              <a:noAutofit/>
            </a:bodyPr>
            <a:lstStyle/>
            <a:p>
              <a:pPr algn="ctr" defTabSz="930423" fontAlgn="base">
                <a:spcBef>
                  <a:spcPct val="0"/>
                </a:spcBef>
                <a:spcAft>
                  <a:spcPct val="0"/>
                </a:spcAft>
                <a:defRPr/>
              </a:pPr>
              <a:r>
                <a:rPr lang="en-US" sz="1100" kern="0" dirty="0">
                  <a:gradFill>
                    <a:gsLst>
                      <a:gs pos="0">
                        <a:srgbClr val="FFFFFF"/>
                      </a:gs>
                      <a:gs pos="100000">
                        <a:srgbClr val="FFFFFF"/>
                      </a:gs>
                    </a:gsLst>
                    <a:lin ang="5400000" scaled="1"/>
                  </a:gradFill>
                  <a:latin typeface="72 Brand Book" panose="020B0404030603020204" pitchFamily="34" charset="0"/>
                  <a:cs typeface="72" panose="020B0503030000000003" pitchFamily="34" charset="0"/>
                </a:rPr>
                <a:t>Business semantics</a:t>
              </a:r>
            </a:p>
          </p:txBody>
        </p:sp>
        <p:sp>
          <p:nvSpPr>
            <p:cNvPr id="149" name="Rectangle: Rounded Corners 29">
              <a:extLst>
                <a:ext uri="{FF2B5EF4-FFF2-40B4-BE49-F238E27FC236}">
                  <a16:creationId xmlns:a16="http://schemas.microsoft.com/office/drawing/2014/main" id="{BA3D256A-E7CE-1880-3906-2C45DE0CF079}"/>
                </a:ext>
              </a:extLst>
            </p:cNvPr>
            <p:cNvSpPr/>
            <p:nvPr/>
          </p:nvSpPr>
          <p:spPr bwMode="auto">
            <a:xfrm>
              <a:off x="2061775" y="3885143"/>
              <a:ext cx="1339200" cy="382555"/>
            </a:xfrm>
            <a:prstGeom prst="roundRect">
              <a:avLst>
                <a:gd name="adj" fmla="val 50000"/>
              </a:avLst>
            </a:prstGeom>
            <a:noFill/>
            <a:ln w="12700" cap="flat" cmpd="sng" algn="ctr">
              <a:noFill/>
              <a:prstDash val="solid"/>
              <a:headEnd type="none" w="med" len="med"/>
              <a:tailEnd type="none" w="med" len="med"/>
            </a:ln>
            <a:effectLst/>
          </p:spPr>
          <p:txBody>
            <a:bodyPr rot="0" spcFirstLastPara="0" vertOverflow="overflow" horzOverflow="overflow" vert="horz" wrap="none" lIns="182736" tIns="146000" rIns="182498" bIns="146000" numCol="1" spcCol="0" rtlCol="0" fromWordArt="0" anchor="ctr" anchorCtr="0" forceAA="0" compatLnSpc="1">
              <a:prstTxWarp prst="textNoShape">
                <a:avLst/>
              </a:prstTxWarp>
              <a:noAutofit/>
            </a:bodyPr>
            <a:lstStyle/>
            <a:p>
              <a:pPr algn="ctr" defTabSz="930423" fontAlgn="base">
                <a:spcBef>
                  <a:spcPct val="0"/>
                </a:spcBef>
                <a:spcAft>
                  <a:spcPct val="0"/>
                </a:spcAft>
                <a:defRPr/>
              </a:pPr>
              <a:r>
                <a:rPr lang="en-US" sz="1000" kern="0" dirty="0">
                  <a:gradFill>
                    <a:gsLst>
                      <a:gs pos="0">
                        <a:srgbClr val="000000"/>
                      </a:gs>
                      <a:gs pos="100000">
                        <a:srgbClr val="000000"/>
                      </a:gs>
                    </a:gsLst>
                    <a:lin ang="2700000" scaled="1"/>
                  </a:gradFill>
                  <a:latin typeface="72 Brand Medium"/>
                  <a:cs typeface="72" panose="020B0503030000000003" pitchFamily="34" charset="0"/>
                </a:rPr>
                <a:t>SAP Datasphere</a:t>
              </a:r>
            </a:p>
          </p:txBody>
        </p:sp>
        <p:sp>
          <p:nvSpPr>
            <p:cNvPr id="150" name="Rectangle: Rounded Corners 29">
              <a:extLst>
                <a:ext uri="{FF2B5EF4-FFF2-40B4-BE49-F238E27FC236}">
                  <a16:creationId xmlns:a16="http://schemas.microsoft.com/office/drawing/2014/main" id="{DCDB8940-FAE7-B22F-63C2-43FB0CA32C32}"/>
                </a:ext>
              </a:extLst>
            </p:cNvPr>
            <p:cNvSpPr/>
            <p:nvPr/>
          </p:nvSpPr>
          <p:spPr bwMode="auto">
            <a:xfrm>
              <a:off x="3534288" y="3877195"/>
              <a:ext cx="1517739" cy="382555"/>
            </a:xfrm>
            <a:prstGeom prst="roundRect">
              <a:avLst>
                <a:gd name="adj" fmla="val 50000"/>
              </a:avLst>
            </a:prstGeom>
            <a:noFill/>
            <a:ln w="12700" cap="flat" cmpd="sng" algn="ctr">
              <a:noFill/>
              <a:prstDash val="solid"/>
              <a:headEnd type="none" w="med" len="med"/>
              <a:tailEnd type="none" w="med" len="med"/>
            </a:ln>
            <a:effectLst/>
          </p:spPr>
          <p:txBody>
            <a:bodyPr rot="0" spcFirstLastPara="0" vertOverflow="overflow" horzOverflow="overflow" vert="horz" wrap="none" lIns="182736" tIns="146000" rIns="182498" bIns="146000" numCol="1" spcCol="0" rtlCol="0" fromWordArt="0" anchor="ctr" anchorCtr="0" forceAA="0" compatLnSpc="1">
              <a:prstTxWarp prst="textNoShape">
                <a:avLst/>
              </a:prstTxWarp>
              <a:noAutofit/>
            </a:bodyPr>
            <a:lstStyle/>
            <a:p>
              <a:pPr algn="ctr" defTabSz="930423" fontAlgn="base">
                <a:spcBef>
                  <a:spcPct val="0"/>
                </a:spcBef>
                <a:spcAft>
                  <a:spcPct val="0"/>
                </a:spcAft>
                <a:defRPr/>
              </a:pPr>
              <a:r>
                <a:rPr lang="en-US" sz="1000" kern="0" dirty="0">
                  <a:gradFill>
                    <a:gsLst>
                      <a:gs pos="0">
                        <a:srgbClr val="000000"/>
                      </a:gs>
                      <a:gs pos="100000">
                        <a:srgbClr val="000000"/>
                      </a:gs>
                    </a:gsLst>
                    <a:lin ang="2700000" scaled="1"/>
                  </a:gradFill>
                  <a:latin typeface="72 Brand Medium"/>
                  <a:cs typeface="72" panose="020B0503030000000003" pitchFamily="34" charset="0"/>
                </a:rPr>
                <a:t>SAP Analytics Cloud</a:t>
              </a:r>
            </a:p>
          </p:txBody>
        </p:sp>
      </p:grpSp>
      <p:sp>
        <p:nvSpPr>
          <p:cNvPr id="2" name="Titel 1">
            <a:extLst>
              <a:ext uri="{FF2B5EF4-FFF2-40B4-BE49-F238E27FC236}">
                <a16:creationId xmlns:a16="http://schemas.microsoft.com/office/drawing/2014/main" id="{D01C8D4F-265C-78D3-B7D3-23507C6426BC}"/>
              </a:ext>
            </a:extLst>
          </p:cNvPr>
          <p:cNvSpPr>
            <a:spLocks noGrp="1"/>
          </p:cNvSpPr>
          <p:nvPr>
            <p:ph type="title"/>
          </p:nvPr>
        </p:nvSpPr>
        <p:spPr>
          <a:xfrm>
            <a:off x="503870" y="504761"/>
            <a:ext cx="11183564" cy="369236"/>
          </a:xfrm>
        </p:spPr>
        <p:txBody>
          <a:bodyPr/>
          <a:lstStyle/>
          <a:p>
            <a:r>
              <a:rPr lang="en-GB" dirty="0"/>
              <a:t>SAP Business Data Cloud</a:t>
            </a:r>
            <a:endParaRPr lang="de-DE" dirty="0"/>
          </a:p>
        </p:txBody>
      </p:sp>
    </p:spTree>
    <p:extLst>
      <p:ext uri="{BB962C8B-B14F-4D97-AF65-F5344CB8AC3E}">
        <p14:creationId xmlns:p14="http://schemas.microsoft.com/office/powerpoint/2010/main" val="808061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hidden="1">
            <a:extLst>
              <a:ext uri="{FF2B5EF4-FFF2-40B4-BE49-F238E27FC236}">
                <a16:creationId xmlns:a16="http://schemas.microsoft.com/office/drawing/2014/main" id="{3253C9ED-B7AB-4B3C-BA2A-51B08A9C63D4}"/>
              </a:ext>
            </a:extLst>
          </p:cNvPr>
          <p:cNvGraphicFramePr>
            <a:graphicFrameLocks noChangeAspect="1"/>
          </p:cNvGraphicFramePr>
          <p:nvPr>
            <p:custDataLst>
              <p:tags r:id="rId1"/>
            </p:custDataLst>
          </p:nvPr>
        </p:nvGraphicFramePr>
        <p:xfrm>
          <a:off x="3174" y="3372"/>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7" name="Object 16" hidden="1">
                        <a:extLst>
                          <a:ext uri="{FF2B5EF4-FFF2-40B4-BE49-F238E27FC236}">
                            <a16:creationId xmlns:a16="http://schemas.microsoft.com/office/drawing/2014/main" id="{3253C9ED-B7AB-4B3C-BA2A-51B08A9C63D4}"/>
                          </a:ext>
                        </a:extLst>
                      </p:cNvPr>
                      <p:cNvPicPr/>
                      <p:nvPr/>
                    </p:nvPicPr>
                    <p:blipFill>
                      <a:blip r:embed="rId5"/>
                      <a:stretch>
                        <a:fillRect/>
                      </a:stretch>
                    </p:blipFill>
                    <p:spPr>
                      <a:xfrm>
                        <a:off x="3174" y="3372"/>
                        <a:ext cx="1588" cy="1588"/>
                      </a:xfrm>
                      <a:prstGeom prst="rect">
                        <a:avLst/>
                      </a:prstGeom>
                    </p:spPr>
                  </p:pic>
                </p:oleObj>
              </mc:Fallback>
            </mc:AlternateContent>
          </a:graphicData>
        </a:graphic>
      </p:graphicFrame>
      <p:sp>
        <p:nvSpPr>
          <p:cNvPr id="18" name="TextBox 17">
            <a:extLst>
              <a:ext uri="{FF2B5EF4-FFF2-40B4-BE49-F238E27FC236}">
                <a16:creationId xmlns:a16="http://schemas.microsoft.com/office/drawing/2014/main" id="{ADCF275B-9EC2-1ABD-6CBE-AEAB0438C87D}"/>
              </a:ext>
            </a:extLst>
          </p:cNvPr>
          <p:cNvSpPr txBox="1"/>
          <p:nvPr/>
        </p:nvSpPr>
        <p:spPr>
          <a:xfrm>
            <a:off x="7151414" y="220685"/>
            <a:ext cx="4949948" cy="246157"/>
          </a:xfrm>
          <a:prstGeom prst="rect">
            <a:avLst/>
          </a:prstGeom>
          <a:noFill/>
        </p:spPr>
        <p:txBody>
          <a:bodyPr wrap="square" rtlCol="0">
            <a:spAutoFit/>
          </a:bodyPr>
          <a:lstStyle/>
          <a:p>
            <a:pPr algn="r" defTabSz="1088122">
              <a:defRPr/>
            </a:pPr>
            <a:r>
              <a:rPr lang="en-US" sz="1000">
                <a:solidFill>
                  <a:srgbClr val="000000"/>
                </a:solidFill>
                <a:latin typeface="72" panose="020B0503030000000003" pitchFamily="34" charset="0"/>
                <a:cs typeface="72" panose="020B0503030000000003" pitchFamily="34" charset="0"/>
              </a:rPr>
              <a:t>Seamless planning works in Business Data Cloud but also without a BDC installation.</a:t>
            </a:r>
          </a:p>
        </p:txBody>
      </p:sp>
      <p:sp>
        <p:nvSpPr>
          <p:cNvPr id="6" name="Title 2">
            <a:extLst>
              <a:ext uri="{FF2B5EF4-FFF2-40B4-BE49-F238E27FC236}">
                <a16:creationId xmlns:a16="http://schemas.microsoft.com/office/drawing/2014/main" id="{752C3C73-AFD9-5517-A2CE-7DE54EFF91B6}"/>
              </a:ext>
            </a:extLst>
          </p:cNvPr>
          <p:cNvSpPr>
            <a:spLocks noGrp="1"/>
          </p:cNvSpPr>
          <p:nvPr>
            <p:ph type="title"/>
          </p:nvPr>
        </p:nvSpPr>
        <p:spPr>
          <a:xfrm>
            <a:off x="505326" y="504761"/>
            <a:ext cx="11180652" cy="369108"/>
          </a:xfrm>
        </p:spPr>
        <p:txBody>
          <a:bodyPr vert="horz"/>
          <a:lstStyle/>
          <a:p>
            <a:r>
              <a:rPr lang="en-US">
                <a:latin typeface="+mj-lt"/>
              </a:rPr>
              <a:t>The Vision of Seamless Planning in SAP Business Data Cloud</a:t>
            </a:r>
            <a:endParaRPr lang="en-CH"/>
          </a:p>
        </p:txBody>
      </p:sp>
      <p:grpSp>
        <p:nvGrpSpPr>
          <p:cNvPr id="9" name="Group 8">
            <a:extLst>
              <a:ext uri="{FF2B5EF4-FFF2-40B4-BE49-F238E27FC236}">
                <a16:creationId xmlns:a16="http://schemas.microsoft.com/office/drawing/2014/main" id="{13765807-2576-A517-62AB-F857CE94239C}"/>
              </a:ext>
            </a:extLst>
          </p:cNvPr>
          <p:cNvGrpSpPr/>
          <p:nvPr/>
        </p:nvGrpSpPr>
        <p:grpSpPr>
          <a:xfrm>
            <a:off x="8076161" y="1621787"/>
            <a:ext cx="2879250" cy="2278412"/>
            <a:chOff x="8078264" y="1621316"/>
            <a:chExt cx="2880000" cy="2279005"/>
          </a:xfrm>
        </p:grpSpPr>
        <p:pic>
          <p:nvPicPr>
            <p:cNvPr id="4" name="Picture 3">
              <a:extLst>
                <a:ext uri="{FF2B5EF4-FFF2-40B4-BE49-F238E27FC236}">
                  <a16:creationId xmlns:a16="http://schemas.microsoft.com/office/drawing/2014/main" id="{19B76CD9-89B6-A470-8C26-0F50F0AA6168}"/>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848664" y="1621316"/>
              <a:ext cx="1339200" cy="1336526"/>
            </a:xfrm>
            <a:prstGeom prst="rect">
              <a:avLst/>
            </a:prstGeom>
          </p:spPr>
        </p:pic>
        <p:sp>
          <p:nvSpPr>
            <p:cNvPr id="5" name="Rectangle 4">
              <a:extLst>
                <a:ext uri="{FF2B5EF4-FFF2-40B4-BE49-F238E27FC236}">
                  <a16:creationId xmlns:a16="http://schemas.microsoft.com/office/drawing/2014/main" id="{ABBFCC41-84BB-0B02-0B45-D1B28C625D7C}"/>
                </a:ext>
              </a:extLst>
            </p:cNvPr>
            <p:cNvSpPr/>
            <p:nvPr/>
          </p:nvSpPr>
          <p:spPr>
            <a:xfrm>
              <a:off x="8078264" y="2976991"/>
              <a:ext cx="2880000" cy="923330"/>
            </a:xfrm>
            <a:prstGeom prst="rect">
              <a:avLst/>
            </a:prstGeom>
          </p:spPr>
          <p:txBody>
            <a:bodyPr wrap="square">
              <a:spAutoFit/>
            </a:bodyPr>
            <a:lstStyle/>
            <a:p>
              <a:pPr algn="ctr">
                <a:defRPr/>
              </a:pPr>
              <a:r>
                <a:rPr lang="en-US" sz="1799" b="1">
                  <a:solidFill>
                    <a:srgbClr val="000000"/>
                  </a:solidFill>
                </a:rPr>
                <a:t>Efficient implementations </a:t>
              </a:r>
              <a:br>
                <a:rPr lang="en-US" sz="1799" b="1">
                  <a:solidFill>
                    <a:srgbClr val="000000"/>
                  </a:solidFill>
                </a:rPr>
              </a:br>
              <a:r>
                <a:rPr lang="en-US" sz="1799" b="1">
                  <a:solidFill>
                    <a:srgbClr val="000000"/>
                  </a:solidFill>
                </a:rPr>
                <a:t>and operations</a:t>
              </a:r>
            </a:p>
          </p:txBody>
        </p:sp>
      </p:grpSp>
      <p:grpSp>
        <p:nvGrpSpPr>
          <p:cNvPr id="3" name="Group 2">
            <a:extLst>
              <a:ext uri="{FF2B5EF4-FFF2-40B4-BE49-F238E27FC236}">
                <a16:creationId xmlns:a16="http://schemas.microsoft.com/office/drawing/2014/main" id="{E642D58D-FBC1-74B3-1DCA-4AC964B8A8FF}"/>
              </a:ext>
            </a:extLst>
          </p:cNvPr>
          <p:cNvGrpSpPr/>
          <p:nvPr/>
        </p:nvGrpSpPr>
        <p:grpSpPr>
          <a:xfrm>
            <a:off x="961282" y="1620450"/>
            <a:ext cx="2879250" cy="2279748"/>
            <a:chOff x="961532" y="1619979"/>
            <a:chExt cx="2880000" cy="2280342"/>
          </a:xfrm>
        </p:grpSpPr>
        <p:pic>
          <p:nvPicPr>
            <p:cNvPr id="10" name="Picture 9">
              <a:extLst>
                <a:ext uri="{FF2B5EF4-FFF2-40B4-BE49-F238E27FC236}">
                  <a16:creationId xmlns:a16="http://schemas.microsoft.com/office/drawing/2014/main" id="{6A49BF40-DBFA-D077-B245-D2AA96662B79}"/>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1737470" y="1619979"/>
              <a:ext cx="1339200" cy="1339200"/>
            </a:xfrm>
            <a:prstGeom prst="rect">
              <a:avLst/>
            </a:prstGeom>
          </p:spPr>
        </p:pic>
        <p:sp>
          <p:nvSpPr>
            <p:cNvPr id="11" name="Rectangle 10">
              <a:extLst>
                <a:ext uri="{FF2B5EF4-FFF2-40B4-BE49-F238E27FC236}">
                  <a16:creationId xmlns:a16="http://schemas.microsoft.com/office/drawing/2014/main" id="{94E13079-32C5-26EB-D9D9-3685E105828C}"/>
                </a:ext>
              </a:extLst>
            </p:cNvPr>
            <p:cNvSpPr/>
            <p:nvPr/>
          </p:nvSpPr>
          <p:spPr>
            <a:xfrm>
              <a:off x="961532" y="2976991"/>
              <a:ext cx="2880000" cy="923330"/>
            </a:xfrm>
            <a:prstGeom prst="rect">
              <a:avLst/>
            </a:prstGeom>
          </p:spPr>
          <p:txBody>
            <a:bodyPr wrap="square" anchor="t">
              <a:spAutoFit/>
            </a:bodyPr>
            <a:lstStyle/>
            <a:p>
              <a:pPr algn="ctr">
                <a:defRPr/>
              </a:pPr>
              <a:r>
                <a:rPr lang="en-US" sz="1799" b="1"/>
                <a:t>Planning in real-time </a:t>
              </a:r>
              <a:br>
                <a:rPr lang="en-US" sz="1799" b="1"/>
              </a:br>
              <a:r>
                <a:rPr lang="en-US" sz="1799" b="1"/>
                <a:t>on a data product architecture</a:t>
              </a:r>
            </a:p>
          </p:txBody>
        </p:sp>
      </p:grpSp>
      <p:grpSp>
        <p:nvGrpSpPr>
          <p:cNvPr id="8" name="Group 7">
            <a:extLst>
              <a:ext uri="{FF2B5EF4-FFF2-40B4-BE49-F238E27FC236}">
                <a16:creationId xmlns:a16="http://schemas.microsoft.com/office/drawing/2014/main" id="{C2D40B2A-40BD-AB53-0D75-BE245DF110C5}"/>
              </a:ext>
            </a:extLst>
          </p:cNvPr>
          <p:cNvGrpSpPr/>
          <p:nvPr/>
        </p:nvGrpSpPr>
        <p:grpSpPr>
          <a:xfrm>
            <a:off x="4654278" y="1620451"/>
            <a:ext cx="2879250" cy="2002821"/>
            <a:chOff x="4655489" y="1619979"/>
            <a:chExt cx="2880000" cy="2003343"/>
          </a:xfrm>
        </p:grpSpPr>
        <p:sp>
          <p:nvSpPr>
            <p:cNvPr id="13" name="Rectangle 12">
              <a:extLst>
                <a:ext uri="{FF2B5EF4-FFF2-40B4-BE49-F238E27FC236}">
                  <a16:creationId xmlns:a16="http://schemas.microsoft.com/office/drawing/2014/main" id="{9784F280-D22B-5336-2EE1-03B5510FDFB3}"/>
                </a:ext>
              </a:extLst>
            </p:cNvPr>
            <p:cNvSpPr/>
            <p:nvPr/>
          </p:nvSpPr>
          <p:spPr>
            <a:xfrm>
              <a:off x="4655489" y="2976991"/>
              <a:ext cx="2880000" cy="646331"/>
            </a:xfrm>
            <a:prstGeom prst="rect">
              <a:avLst/>
            </a:prstGeom>
          </p:spPr>
          <p:txBody>
            <a:bodyPr wrap="square">
              <a:spAutoFit/>
            </a:bodyPr>
            <a:lstStyle/>
            <a:p>
              <a:pPr algn="ctr">
                <a:defRPr/>
              </a:pPr>
              <a:r>
                <a:rPr lang="en-US" sz="1799" b="1">
                  <a:solidFill>
                    <a:srgbClr val="000000"/>
                  </a:solidFill>
                </a:rPr>
                <a:t>Extended Planning &amp; Analysis (xP&amp;A)</a:t>
              </a:r>
            </a:p>
          </p:txBody>
        </p:sp>
        <p:pic>
          <p:nvPicPr>
            <p:cNvPr id="15" name="Picture 14">
              <a:extLst>
                <a:ext uri="{FF2B5EF4-FFF2-40B4-BE49-F238E27FC236}">
                  <a16:creationId xmlns:a16="http://schemas.microsoft.com/office/drawing/2014/main" id="{03C9648F-391B-2BE8-E44E-829D7CAA0429}"/>
                </a:ext>
              </a:extLst>
            </p:cNvPr>
            <p:cNvPicPr>
              <a:picLocks noChangeAspect="1"/>
            </p:cNvPicPr>
            <p:nvPr/>
          </p:nvPicPr>
          <p:blipFill>
            <a:blip r:embed="rId8" cstate="screen">
              <a:extLst>
                <a:ext uri="{28A0092B-C50C-407E-A947-70E740481C1C}">
                  <a14:useLocalDpi xmlns:a14="http://schemas.microsoft.com/office/drawing/2010/main"/>
                </a:ext>
              </a:extLst>
            </a:blip>
            <a:srcRect/>
            <a:stretch/>
          </p:blipFill>
          <p:spPr>
            <a:xfrm>
              <a:off x="5425889" y="1619979"/>
              <a:ext cx="1339200" cy="1339200"/>
            </a:xfrm>
            <a:prstGeom prst="rect">
              <a:avLst/>
            </a:prstGeom>
          </p:spPr>
        </p:pic>
      </p:grpSp>
      <p:cxnSp>
        <p:nvCxnSpPr>
          <p:cNvPr id="16" name="Straight Connector 15">
            <a:extLst>
              <a:ext uri="{FF2B5EF4-FFF2-40B4-BE49-F238E27FC236}">
                <a16:creationId xmlns:a16="http://schemas.microsoft.com/office/drawing/2014/main" id="{EEA27B89-0616-6645-8397-E0CE1564B600}"/>
              </a:ext>
            </a:extLst>
          </p:cNvPr>
          <p:cNvCxnSpPr>
            <a:cxnSpLocks/>
          </p:cNvCxnSpPr>
          <p:nvPr/>
        </p:nvCxnSpPr>
        <p:spPr>
          <a:xfrm>
            <a:off x="4440164" y="1826608"/>
            <a:ext cx="0" cy="3419110"/>
          </a:xfrm>
          <a:prstGeom prst="line">
            <a:avLst/>
          </a:prstGeom>
          <a:ln w="25400">
            <a:solidFill>
              <a:schemeClr val="tx1">
                <a:alpha val="15912"/>
              </a:schemeClr>
            </a:solidFill>
            <a:prstDash val="dash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59A2079-A481-6872-F02F-7861AFB15C2E}"/>
              </a:ext>
            </a:extLst>
          </p:cNvPr>
          <p:cNvCxnSpPr>
            <a:cxnSpLocks/>
          </p:cNvCxnSpPr>
          <p:nvPr/>
        </p:nvCxnSpPr>
        <p:spPr>
          <a:xfrm>
            <a:off x="7943967" y="1826160"/>
            <a:ext cx="0" cy="3419110"/>
          </a:xfrm>
          <a:prstGeom prst="line">
            <a:avLst/>
          </a:prstGeom>
          <a:ln w="25400">
            <a:solidFill>
              <a:schemeClr val="tx1">
                <a:alpha val="15912"/>
              </a:schemeClr>
            </a:solidFill>
            <a:prstDash val="dash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7389A572-D016-DC76-1831-04A0A08EDA34}"/>
              </a:ext>
            </a:extLst>
          </p:cNvPr>
          <p:cNvSpPr/>
          <p:nvPr/>
        </p:nvSpPr>
        <p:spPr>
          <a:xfrm>
            <a:off x="970595" y="3927960"/>
            <a:ext cx="2879250" cy="1169247"/>
          </a:xfrm>
          <a:prstGeom prst="rect">
            <a:avLst/>
          </a:prstGeom>
        </p:spPr>
        <p:txBody>
          <a:bodyPr wrap="square" anchor="t">
            <a:spAutoFit/>
          </a:bodyPr>
          <a:lstStyle/>
          <a:p>
            <a:pPr marL="285664" indent="-285664">
              <a:buFont typeface="Arial" panose="020B0604020202020204" pitchFamily="34" charset="0"/>
              <a:buChar char="•"/>
              <a:defRPr/>
            </a:pPr>
            <a:r>
              <a:rPr lang="en-US" sz="1400" dirty="0"/>
              <a:t>One harmonized SAP data model including plan data</a:t>
            </a:r>
          </a:p>
          <a:p>
            <a:pPr marL="285664" indent="-285664">
              <a:buFont typeface="Arial" panose="020B0604020202020204" pitchFamily="34" charset="0"/>
              <a:buChar char="•"/>
              <a:defRPr/>
            </a:pPr>
            <a:r>
              <a:rPr lang="en-US" sz="1400" dirty="0"/>
              <a:t>Live plan vs. actual reporting</a:t>
            </a:r>
          </a:p>
          <a:p>
            <a:pPr marL="285664" indent="-285664">
              <a:buFont typeface="Arial" panose="020B0604020202020204" pitchFamily="34" charset="0"/>
              <a:buChar char="•"/>
              <a:defRPr/>
            </a:pPr>
            <a:r>
              <a:rPr lang="en-US" sz="1400" dirty="0"/>
              <a:t>Live actual data in planning models</a:t>
            </a:r>
          </a:p>
        </p:txBody>
      </p:sp>
      <p:sp>
        <p:nvSpPr>
          <p:cNvPr id="14" name="Rectangle 13">
            <a:extLst>
              <a:ext uri="{FF2B5EF4-FFF2-40B4-BE49-F238E27FC236}">
                <a16:creationId xmlns:a16="http://schemas.microsoft.com/office/drawing/2014/main" id="{A495B56E-235B-D8FB-0DDD-1E5ABE417196}"/>
              </a:ext>
            </a:extLst>
          </p:cNvPr>
          <p:cNvSpPr/>
          <p:nvPr/>
        </p:nvSpPr>
        <p:spPr>
          <a:xfrm>
            <a:off x="4654277" y="3927960"/>
            <a:ext cx="3157497" cy="1169247"/>
          </a:xfrm>
          <a:prstGeom prst="rect">
            <a:avLst/>
          </a:prstGeom>
        </p:spPr>
        <p:txBody>
          <a:bodyPr wrap="square" anchor="t">
            <a:spAutoFit/>
          </a:bodyPr>
          <a:lstStyle/>
          <a:p>
            <a:pPr marL="285664" indent="-285664">
              <a:buFont typeface="Arial" panose="020B0604020202020204" pitchFamily="34" charset="0"/>
              <a:buChar char="•"/>
              <a:defRPr/>
            </a:pPr>
            <a:r>
              <a:rPr lang="en-US" sz="1400"/>
              <a:t>Live exchange of harmonized plan data across domains</a:t>
            </a:r>
          </a:p>
          <a:p>
            <a:pPr marL="285664" indent="-285664">
              <a:buFont typeface="Arial" panose="020B0604020202020204" pitchFamily="34" charset="0"/>
              <a:buChar char="•"/>
              <a:defRPr/>
            </a:pPr>
            <a:r>
              <a:rPr lang="en-US" sz="1400"/>
              <a:t>Flexibility for planning logic</a:t>
            </a:r>
          </a:p>
          <a:p>
            <a:pPr marL="285664" indent="-285664">
              <a:buFont typeface="Arial" panose="020B0604020202020204" pitchFamily="34" charset="0"/>
              <a:buChar char="•"/>
              <a:defRPr/>
            </a:pPr>
            <a:r>
              <a:rPr lang="en-US" sz="1400"/>
              <a:t>Advanced ML/AI with external data and SAP Databricks</a:t>
            </a:r>
          </a:p>
        </p:txBody>
      </p:sp>
      <p:sp>
        <p:nvSpPr>
          <p:cNvPr id="21" name="Rectangle 20">
            <a:extLst>
              <a:ext uri="{FF2B5EF4-FFF2-40B4-BE49-F238E27FC236}">
                <a16:creationId xmlns:a16="http://schemas.microsoft.com/office/drawing/2014/main" id="{2061A99A-8C40-1A5B-332E-F80312F6EC7B}"/>
              </a:ext>
            </a:extLst>
          </p:cNvPr>
          <p:cNvSpPr/>
          <p:nvPr/>
        </p:nvSpPr>
        <p:spPr>
          <a:xfrm>
            <a:off x="8076161" y="3927961"/>
            <a:ext cx="3145242" cy="1384634"/>
          </a:xfrm>
          <a:prstGeom prst="rect">
            <a:avLst/>
          </a:prstGeom>
        </p:spPr>
        <p:txBody>
          <a:bodyPr wrap="square" anchor="t">
            <a:spAutoFit/>
          </a:bodyPr>
          <a:lstStyle/>
          <a:p>
            <a:pPr marL="285664" indent="-285664">
              <a:buFont typeface="Arial" panose="020B0604020202020204" pitchFamily="34" charset="0"/>
              <a:buChar char="•"/>
              <a:defRPr/>
            </a:pPr>
            <a:r>
              <a:rPr lang="en-US" sz="1400" dirty="0"/>
              <a:t>Planning-enabled intelligent apps</a:t>
            </a:r>
          </a:p>
          <a:p>
            <a:pPr marL="285664" indent="-285664">
              <a:buFont typeface="Arial" panose="020B0604020202020204" pitchFamily="34" charset="0"/>
              <a:buChar char="•"/>
              <a:defRPr/>
            </a:pPr>
            <a:r>
              <a:rPr lang="en-US" sz="1400" dirty="0"/>
              <a:t>Streamlined modeling efforts using data products</a:t>
            </a:r>
          </a:p>
          <a:p>
            <a:pPr marL="285664" indent="-285664">
              <a:buFont typeface="Arial" panose="020B0604020202020204" pitchFamily="34" charset="0"/>
              <a:buChar char="•"/>
              <a:defRPr/>
            </a:pPr>
            <a:r>
              <a:rPr lang="en-US" sz="1400" dirty="0"/>
              <a:t>Reduced data redundancy</a:t>
            </a:r>
          </a:p>
          <a:p>
            <a:pPr marL="285664" indent="-285664">
              <a:buFont typeface="Arial" panose="020B0604020202020204" pitchFamily="34" charset="0"/>
              <a:buChar char="•"/>
              <a:defRPr/>
            </a:pPr>
            <a:r>
              <a:rPr lang="en-US" sz="1400" dirty="0"/>
              <a:t>SAP Datasphere ETL tooling</a:t>
            </a:r>
          </a:p>
          <a:p>
            <a:pPr marL="285664" indent="-285664">
              <a:buFont typeface="Arial" panose="020B0604020202020204" pitchFamily="34" charset="0"/>
              <a:buChar char="•"/>
              <a:defRPr/>
            </a:pPr>
            <a:r>
              <a:rPr lang="en-US" sz="1400" dirty="0"/>
              <a:t>HW configuration and monitoring</a:t>
            </a:r>
          </a:p>
        </p:txBody>
      </p:sp>
      <p:sp>
        <p:nvSpPr>
          <p:cNvPr id="22" name="Down Arrow 37">
            <a:extLst>
              <a:ext uri="{FF2B5EF4-FFF2-40B4-BE49-F238E27FC236}">
                <a16:creationId xmlns:a16="http://schemas.microsoft.com/office/drawing/2014/main" id="{7058F738-FBF6-EAFD-5A72-8BA467D1CA51}"/>
              </a:ext>
            </a:extLst>
          </p:cNvPr>
          <p:cNvSpPr/>
          <p:nvPr/>
        </p:nvSpPr>
        <p:spPr bwMode="gray">
          <a:xfrm>
            <a:off x="1831799" y="7398920"/>
            <a:ext cx="1156842" cy="540979"/>
          </a:xfrm>
          <a:prstGeom prst="downArrow">
            <a:avLst>
              <a:gd name="adj1" fmla="val 55017"/>
              <a:gd name="adj2" fmla="val 50000"/>
            </a:avLst>
          </a:prstGeom>
          <a:gradFill flip="none" rotWithShape="1">
            <a:gsLst>
              <a:gs pos="0">
                <a:schemeClr val="tx2"/>
              </a:gs>
              <a:gs pos="91000">
                <a:srgbClr val="89D1FF"/>
              </a:gs>
            </a:gsLst>
            <a:lin ang="5400000" scaled="1"/>
            <a:tileRect/>
          </a:gradFill>
          <a:ln w="25400" algn="ctr">
            <a:noFill/>
            <a:miter lim="800000"/>
            <a:headEnd/>
            <a:tailEnd/>
          </a:ln>
        </p:spPr>
        <p:txBody>
          <a:bodyPr lIns="89977" tIns="71981" rIns="89977" bIns="71981" rtlCol="0" anchor="ctr"/>
          <a:lstStyle/>
          <a:p>
            <a:pPr algn="ctr" defTabSz="914126" fontAlgn="base">
              <a:spcBef>
                <a:spcPct val="50000"/>
              </a:spcBef>
              <a:spcAft>
                <a:spcPct val="0"/>
              </a:spcAft>
              <a:buClr>
                <a:srgbClr val="F0AB00"/>
              </a:buClr>
              <a:buSzPct val="80000"/>
            </a:pPr>
            <a:endParaRPr lang="en-US" sz="1799" kern="0">
              <a:ea typeface="72 Brand" pitchFamily="34" charset="-128"/>
              <a:cs typeface="72 Brand" pitchFamily="34" charset="-128"/>
            </a:endParaRPr>
          </a:p>
        </p:txBody>
      </p:sp>
      <p:sp>
        <p:nvSpPr>
          <p:cNvPr id="23" name="Down Arrow 37">
            <a:extLst>
              <a:ext uri="{FF2B5EF4-FFF2-40B4-BE49-F238E27FC236}">
                <a16:creationId xmlns:a16="http://schemas.microsoft.com/office/drawing/2014/main" id="{7BE6B270-EC45-AC91-6080-A2951A2C3E3C}"/>
              </a:ext>
            </a:extLst>
          </p:cNvPr>
          <p:cNvSpPr/>
          <p:nvPr/>
        </p:nvSpPr>
        <p:spPr bwMode="gray">
          <a:xfrm>
            <a:off x="5515482" y="7398920"/>
            <a:ext cx="1156842" cy="540979"/>
          </a:xfrm>
          <a:prstGeom prst="downArrow">
            <a:avLst>
              <a:gd name="adj1" fmla="val 55017"/>
              <a:gd name="adj2" fmla="val 50000"/>
            </a:avLst>
          </a:prstGeom>
          <a:gradFill flip="none" rotWithShape="1">
            <a:gsLst>
              <a:gs pos="0">
                <a:schemeClr val="tx2"/>
              </a:gs>
              <a:gs pos="91000">
                <a:srgbClr val="89D1FF"/>
              </a:gs>
            </a:gsLst>
            <a:lin ang="5400000" scaled="1"/>
            <a:tileRect/>
          </a:gradFill>
          <a:ln w="25400" algn="ctr">
            <a:noFill/>
            <a:miter lim="800000"/>
            <a:headEnd/>
            <a:tailEnd/>
          </a:ln>
        </p:spPr>
        <p:txBody>
          <a:bodyPr lIns="89977" tIns="71981" rIns="89977" bIns="71981" rtlCol="0" anchor="ctr"/>
          <a:lstStyle/>
          <a:p>
            <a:pPr algn="ctr" defTabSz="914126" fontAlgn="base">
              <a:spcBef>
                <a:spcPct val="50000"/>
              </a:spcBef>
              <a:spcAft>
                <a:spcPct val="0"/>
              </a:spcAft>
              <a:buClr>
                <a:srgbClr val="F0AB00"/>
              </a:buClr>
              <a:buSzPct val="80000"/>
            </a:pPr>
            <a:endParaRPr lang="en-US" sz="1799" kern="0">
              <a:ea typeface="72 Brand" pitchFamily="34" charset="-128"/>
              <a:cs typeface="72 Brand" pitchFamily="34" charset="-128"/>
            </a:endParaRPr>
          </a:p>
        </p:txBody>
      </p:sp>
      <p:sp>
        <p:nvSpPr>
          <p:cNvPr id="24" name="Down Arrow 37">
            <a:extLst>
              <a:ext uri="{FF2B5EF4-FFF2-40B4-BE49-F238E27FC236}">
                <a16:creationId xmlns:a16="http://schemas.microsoft.com/office/drawing/2014/main" id="{63C1CD03-8514-0DE7-F5FC-6F896CE4FF93}"/>
              </a:ext>
            </a:extLst>
          </p:cNvPr>
          <p:cNvSpPr/>
          <p:nvPr/>
        </p:nvSpPr>
        <p:spPr bwMode="gray">
          <a:xfrm>
            <a:off x="8937365" y="7398920"/>
            <a:ext cx="1156842" cy="540979"/>
          </a:xfrm>
          <a:prstGeom prst="downArrow">
            <a:avLst>
              <a:gd name="adj1" fmla="val 55017"/>
              <a:gd name="adj2" fmla="val 50000"/>
            </a:avLst>
          </a:prstGeom>
          <a:gradFill flip="none" rotWithShape="1">
            <a:gsLst>
              <a:gs pos="0">
                <a:schemeClr val="tx2"/>
              </a:gs>
              <a:gs pos="91000">
                <a:srgbClr val="89D1FF"/>
              </a:gs>
            </a:gsLst>
            <a:lin ang="5400000" scaled="1"/>
            <a:tileRect/>
          </a:gradFill>
          <a:ln w="25400" algn="ctr">
            <a:noFill/>
            <a:miter lim="800000"/>
            <a:headEnd/>
            <a:tailEnd/>
          </a:ln>
        </p:spPr>
        <p:txBody>
          <a:bodyPr lIns="89977" tIns="71981" rIns="89977" bIns="71981" rtlCol="0" anchor="ctr"/>
          <a:lstStyle/>
          <a:p>
            <a:pPr algn="ctr" defTabSz="914126" fontAlgn="base">
              <a:spcBef>
                <a:spcPct val="50000"/>
              </a:spcBef>
              <a:spcAft>
                <a:spcPct val="0"/>
              </a:spcAft>
              <a:buClr>
                <a:srgbClr val="F0AB00"/>
              </a:buClr>
              <a:buSzPct val="80000"/>
            </a:pPr>
            <a:endParaRPr lang="en-US" sz="1799" kern="0">
              <a:ea typeface="72 Brand" pitchFamily="34" charset="-128"/>
              <a:cs typeface="72 Brand" pitchFamily="34" charset="-128"/>
            </a:endParaRPr>
          </a:p>
        </p:txBody>
      </p:sp>
      <p:sp>
        <p:nvSpPr>
          <p:cNvPr id="2" name="!!Features">
            <a:extLst>
              <a:ext uri="{FF2B5EF4-FFF2-40B4-BE49-F238E27FC236}">
                <a16:creationId xmlns:a16="http://schemas.microsoft.com/office/drawing/2014/main" id="{C0B6A8B7-FE2A-7D21-02C4-E1676C246405}"/>
              </a:ext>
            </a:extLst>
          </p:cNvPr>
          <p:cNvSpPr/>
          <p:nvPr/>
        </p:nvSpPr>
        <p:spPr bwMode="gray">
          <a:xfrm>
            <a:off x="587676" y="8223976"/>
            <a:ext cx="10699426" cy="1239527"/>
          </a:xfrm>
          <a:prstGeom prst="rect">
            <a:avLst/>
          </a:prstGeom>
          <a:ln>
            <a:solidFill>
              <a:schemeClr val="tx2"/>
            </a:solidFill>
            <a:headEnd/>
            <a:tailEnd/>
          </a:ln>
        </p:spPr>
        <p:style>
          <a:lnRef idx="2">
            <a:schemeClr val="accent3"/>
          </a:lnRef>
          <a:fillRef idx="1">
            <a:schemeClr val="lt1"/>
          </a:fillRef>
          <a:effectRef idx="0">
            <a:schemeClr val="accent3"/>
          </a:effectRef>
          <a:fontRef idx="minor">
            <a:schemeClr val="dk1"/>
          </a:fontRef>
        </p:style>
        <p:txBody>
          <a:bodyPr lIns="89977" tIns="71981" rIns="89977" bIns="71981" rtlCol="0" anchor="ctr"/>
          <a:lstStyle/>
          <a:p>
            <a:pPr algn="ctr" defTabSz="914126" fontAlgn="base">
              <a:spcBef>
                <a:spcPct val="50000"/>
              </a:spcBef>
              <a:spcAft>
                <a:spcPct val="0"/>
              </a:spcAft>
              <a:buClr>
                <a:srgbClr val="F0AB00"/>
              </a:buClr>
              <a:buSzPct val="80000"/>
            </a:pPr>
            <a:r>
              <a:rPr lang="en-GB" sz="1400" kern="0">
                <a:ea typeface="72 Brand" pitchFamily="34" charset="-128"/>
                <a:cs typeface="72 Brand" pitchFamily="34" charset="-128"/>
              </a:rPr>
              <a:t>Deployment of planning models to SAP Datasphere</a:t>
            </a:r>
          </a:p>
          <a:p>
            <a:pPr algn="ctr" defTabSz="914126" fontAlgn="base">
              <a:spcBef>
                <a:spcPct val="50000"/>
              </a:spcBef>
              <a:spcAft>
                <a:spcPct val="0"/>
              </a:spcAft>
              <a:buClr>
                <a:srgbClr val="F0AB00"/>
              </a:buClr>
              <a:buSzPct val="80000"/>
            </a:pPr>
            <a:r>
              <a:rPr lang="en-GB" sz="1400" kern="0">
                <a:ea typeface="72 Brand" pitchFamily="34" charset="-128"/>
                <a:cs typeface="72 Brand" pitchFamily="34" charset="-128"/>
              </a:rPr>
              <a:t>Cross consumption of SAP Analytics Cloud model data in SAP Datasphere workflows </a:t>
            </a:r>
            <a:r>
              <a:rPr lang="en-GB" sz="1200" kern="0">
                <a:ea typeface="72 Brand" pitchFamily="34" charset="-128"/>
                <a:cs typeface="72 Brand" pitchFamily="34" charset="-128"/>
              </a:rPr>
              <a:t>(</a:t>
            </a:r>
            <a:r>
              <a:rPr lang="en-US" sz="1200">
                <a:solidFill>
                  <a:srgbClr val="000000"/>
                </a:solidFill>
              </a:rPr>
              <a:t>e.g. views, analytic models, transformation flow, SQL…)</a:t>
            </a:r>
            <a:endParaRPr lang="en-GB" sz="1200" kern="0">
              <a:ea typeface="72 Brand" pitchFamily="34" charset="-128"/>
              <a:cs typeface="72 Brand" pitchFamily="34" charset="-128"/>
            </a:endParaRPr>
          </a:p>
          <a:p>
            <a:pPr algn="ctr" defTabSz="914126" fontAlgn="base">
              <a:spcBef>
                <a:spcPct val="50000"/>
              </a:spcBef>
              <a:spcAft>
                <a:spcPct val="0"/>
              </a:spcAft>
              <a:buClr>
                <a:srgbClr val="F0AB00"/>
              </a:buClr>
              <a:buSzPct val="80000"/>
            </a:pPr>
            <a:r>
              <a:rPr lang="en-GB" sz="1400" kern="0">
                <a:ea typeface="72 Brand" pitchFamily="34" charset="-128"/>
                <a:cs typeface="72 Brand" pitchFamily="34" charset="-128"/>
              </a:rPr>
              <a:t>Replication-free (live) consumption of SAP Datasphere data in SAP Analytics Cloud models </a:t>
            </a:r>
            <a:r>
              <a:rPr lang="en-GB" sz="1200" kern="0">
                <a:ea typeface="72 Brand" pitchFamily="34" charset="-128"/>
                <a:cs typeface="72 Brand" pitchFamily="34" charset="-128"/>
              </a:rPr>
              <a:t>(actuals, plan data, master data)</a:t>
            </a:r>
          </a:p>
          <a:p>
            <a:pPr algn="ctr" defTabSz="914126" fontAlgn="base">
              <a:spcBef>
                <a:spcPct val="50000"/>
              </a:spcBef>
              <a:spcAft>
                <a:spcPct val="0"/>
              </a:spcAft>
              <a:buClr>
                <a:srgbClr val="F0AB00"/>
              </a:buClr>
              <a:buSzPct val="80000"/>
            </a:pPr>
            <a:r>
              <a:rPr lang="en-GB" sz="1400" kern="0">
                <a:ea typeface="72 Brand" pitchFamily="34" charset="-128"/>
                <a:cs typeface="72 Brand" pitchFamily="34" charset="-128"/>
              </a:rPr>
              <a:t>Re-use of semantics and modeling features</a:t>
            </a:r>
          </a:p>
        </p:txBody>
      </p:sp>
      <p:sp>
        <p:nvSpPr>
          <p:cNvPr id="12" name="TextBox 11">
            <a:extLst>
              <a:ext uri="{FF2B5EF4-FFF2-40B4-BE49-F238E27FC236}">
                <a16:creationId xmlns:a16="http://schemas.microsoft.com/office/drawing/2014/main" id="{0D439B90-678C-B5F7-A405-4AD5AB9C109F}"/>
              </a:ext>
            </a:extLst>
          </p:cNvPr>
          <p:cNvSpPr txBox="1"/>
          <p:nvPr/>
        </p:nvSpPr>
        <p:spPr>
          <a:xfrm>
            <a:off x="7151414" y="25092"/>
            <a:ext cx="4949948" cy="246029"/>
          </a:xfrm>
          <a:prstGeom prst="rect">
            <a:avLst/>
          </a:prstGeom>
          <a:noFill/>
        </p:spPr>
        <p:txBody>
          <a:bodyPr wrap="square" rtlCol="0">
            <a:spAutoFit/>
          </a:bodyPr>
          <a:lstStyle/>
          <a:p>
            <a:pPr algn="r" defTabSz="1088122">
              <a:defRPr/>
            </a:pPr>
            <a:r>
              <a:rPr lang="en-US" sz="1000">
                <a:solidFill>
                  <a:srgbClr val="000000"/>
                </a:solidFill>
                <a:latin typeface="72" panose="020B0503030000000003" pitchFamily="34" charset="0"/>
                <a:cs typeface="72" panose="020B0503030000000003" pitchFamily="34" charset="0"/>
              </a:rPr>
              <a:t>This is the current state of planning and can be changed at anytime</a:t>
            </a:r>
          </a:p>
        </p:txBody>
      </p:sp>
    </p:spTree>
    <p:extLst>
      <p:ext uri="{BB962C8B-B14F-4D97-AF65-F5344CB8AC3E}">
        <p14:creationId xmlns:p14="http://schemas.microsoft.com/office/powerpoint/2010/main" val="113297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1000" fill="hold"/>
                                        <p:tgtEl>
                                          <p:spTgt spid="16"/>
                                        </p:tgtEl>
                                        <p:attrNameLst>
                                          <p:attrName>ppt_x</p:attrName>
                                        </p:attrNameLst>
                                      </p:cBhvr>
                                      <p:tavLst>
                                        <p:tav tm="0">
                                          <p:val>
                                            <p:strVal val="#ppt_x"/>
                                          </p:val>
                                        </p:tav>
                                        <p:tav tm="100000">
                                          <p:val>
                                            <p:strVal val="#ppt_x"/>
                                          </p:val>
                                        </p:tav>
                                      </p:tavLst>
                                    </p:anim>
                                    <p:anim calcmode="lin" valueType="num">
                                      <p:cBhvr additive="base">
                                        <p:cTn id="19" dur="1000" fill="hold"/>
                                        <p:tgtEl>
                                          <p:spTgt spid="16"/>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1000" fill="hold"/>
                                        <p:tgtEl>
                                          <p:spTgt spid="8"/>
                                        </p:tgtEl>
                                        <p:attrNameLst>
                                          <p:attrName>ppt_x</p:attrName>
                                        </p:attrNameLst>
                                      </p:cBhvr>
                                      <p:tavLst>
                                        <p:tav tm="0">
                                          <p:val>
                                            <p:strVal val="#ppt_x"/>
                                          </p:val>
                                        </p:tav>
                                        <p:tav tm="100000">
                                          <p:val>
                                            <p:strVal val="#ppt_x"/>
                                          </p:val>
                                        </p:tav>
                                      </p:tavLst>
                                    </p:anim>
                                    <p:anim calcmode="lin" valueType="num">
                                      <p:cBhvr additive="base">
                                        <p:cTn id="23"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1000" fill="hold"/>
                                        <p:tgtEl>
                                          <p:spTgt spid="14"/>
                                        </p:tgtEl>
                                        <p:attrNameLst>
                                          <p:attrName>ppt_x</p:attrName>
                                        </p:attrNameLst>
                                      </p:cBhvr>
                                      <p:tavLst>
                                        <p:tav tm="0">
                                          <p:val>
                                            <p:strVal val="#ppt_x"/>
                                          </p:val>
                                        </p:tav>
                                        <p:tav tm="100000">
                                          <p:val>
                                            <p:strVal val="#ppt_x"/>
                                          </p:val>
                                        </p:tav>
                                      </p:tavLst>
                                    </p:anim>
                                    <p:anim calcmode="lin" valueType="num">
                                      <p:cBhvr additive="base">
                                        <p:cTn id="29" dur="10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1000" fill="hold"/>
                                        <p:tgtEl>
                                          <p:spTgt spid="9"/>
                                        </p:tgtEl>
                                        <p:attrNameLst>
                                          <p:attrName>ppt_x</p:attrName>
                                        </p:attrNameLst>
                                      </p:cBhvr>
                                      <p:tavLst>
                                        <p:tav tm="0">
                                          <p:val>
                                            <p:strVal val="#ppt_x"/>
                                          </p:val>
                                        </p:tav>
                                        <p:tav tm="100000">
                                          <p:val>
                                            <p:strVal val="#ppt_x"/>
                                          </p:val>
                                        </p:tav>
                                      </p:tavLst>
                                    </p:anim>
                                    <p:anim calcmode="lin" valueType="num">
                                      <p:cBhvr additive="base">
                                        <p:cTn id="35" dur="1000" fill="hold"/>
                                        <p:tgtEl>
                                          <p:spTgt spid="9"/>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9"/>
                                        </p:tgtEl>
                                        <p:attrNameLst>
                                          <p:attrName>style.visibility</p:attrName>
                                        </p:attrNameLst>
                                      </p:cBhvr>
                                      <p:to>
                                        <p:strVal val="visible"/>
                                      </p:to>
                                    </p:set>
                                    <p:anim calcmode="lin" valueType="num">
                                      <p:cBhvr additive="base">
                                        <p:cTn id="38" dur="1000" fill="hold"/>
                                        <p:tgtEl>
                                          <p:spTgt spid="19"/>
                                        </p:tgtEl>
                                        <p:attrNameLst>
                                          <p:attrName>ppt_x</p:attrName>
                                        </p:attrNameLst>
                                      </p:cBhvr>
                                      <p:tavLst>
                                        <p:tav tm="0">
                                          <p:val>
                                            <p:strVal val="#ppt_x"/>
                                          </p:val>
                                        </p:tav>
                                        <p:tav tm="100000">
                                          <p:val>
                                            <p:strVal val="#ppt_x"/>
                                          </p:val>
                                        </p:tav>
                                      </p:tavLst>
                                    </p:anim>
                                    <p:anim calcmode="lin" valueType="num">
                                      <p:cBhvr additive="base">
                                        <p:cTn id="39" dur="10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additive="base">
                                        <p:cTn id="44" dur="1000" fill="hold"/>
                                        <p:tgtEl>
                                          <p:spTgt spid="21"/>
                                        </p:tgtEl>
                                        <p:attrNameLst>
                                          <p:attrName>ppt_x</p:attrName>
                                        </p:attrNameLst>
                                      </p:cBhvr>
                                      <p:tavLst>
                                        <p:tav tm="0">
                                          <p:val>
                                            <p:strVal val="#ppt_x"/>
                                          </p:val>
                                        </p:tav>
                                        <p:tav tm="100000">
                                          <p:val>
                                            <p:strVal val="#ppt_x"/>
                                          </p:val>
                                        </p:tav>
                                      </p:tavLst>
                                    </p:anim>
                                    <p:anim calcmode="lin" valueType="num">
                                      <p:cBhvr additive="base">
                                        <p:cTn id="45" dur="10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D0A65C5-2D6F-65DF-7032-1AD76C31A14B}"/>
              </a:ext>
            </a:extLst>
          </p:cNvPr>
          <p:cNvGraphicFramePr>
            <a:graphicFrameLocks noChangeAspect="1"/>
          </p:cNvGraphicFramePr>
          <p:nvPr>
            <p:custDataLst>
              <p:tags r:id="rId3"/>
            </p:custDataLst>
          </p:nvPr>
        </p:nvGraphicFramePr>
        <p:xfrm>
          <a:off x="1588" y="2480"/>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3" name="think-cell data - do not delete" hidden="1">
                        <a:extLst>
                          <a:ext uri="{FF2B5EF4-FFF2-40B4-BE49-F238E27FC236}">
                            <a16:creationId xmlns:a16="http://schemas.microsoft.com/office/drawing/2014/main" id="{8D0A65C5-2D6F-65DF-7032-1AD76C31A14B}"/>
                          </a:ext>
                        </a:extLst>
                      </p:cNvPr>
                      <p:cNvPicPr/>
                      <p:nvPr/>
                    </p:nvPicPr>
                    <p:blipFill>
                      <a:blip r:embed="rId6"/>
                      <a:stretch>
                        <a:fillRect/>
                      </a:stretch>
                    </p:blipFill>
                    <p:spPr>
                      <a:xfrm>
                        <a:off x="1588" y="2480"/>
                        <a:ext cx="1588" cy="1588"/>
                      </a:xfrm>
                      <a:prstGeom prst="rect">
                        <a:avLst/>
                      </a:prstGeom>
                    </p:spPr>
                  </p:pic>
                </p:oleObj>
              </mc:Fallback>
            </mc:AlternateContent>
          </a:graphicData>
        </a:graphic>
      </p:graphicFrame>
      <p:sp>
        <p:nvSpPr>
          <p:cNvPr id="233" name="Rounded Rectangle 10">
            <a:extLst>
              <a:ext uri="{FF2B5EF4-FFF2-40B4-BE49-F238E27FC236}">
                <a16:creationId xmlns:a16="http://schemas.microsoft.com/office/drawing/2014/main" id="{12A3B69B-10B8-02DA-BB12-71D194AC2AF6}"/>
              </a:ext>
            </a:extLst>
          </p:cNvPr>
          <p:cNvSpPr/>
          <p:nvPr/>
        </p:nvSpPr>
        <p:spPr bwMode="gray">
          <a:xfrm>
            <a:off x="9926461" y="2177344"/>
            <a:ext cx="1678569" cy="428584"/>
          </a:xfrm>
          <a:prstGeom prst="roundRect">
            <a:avLst/>
          </a:prstGeom>
          <a:solidFill>
            <a:srgbClr val="049F9A"/>
          </a:solidFill>
          <a:ln w="9525" algn="ctr">
            <a:solidFill>
              <a:srgbClr val="049F9A"/>
            </a:solidFill>
            <a:miter lim="800000"/>
            <a:headEnd/>
            <a:tailEnd/>
          </a:ln>
        </p:spPr>
        <p:txBody>
          <a:bodyPr lIns="89977" tIns="71981" rIns="89977" bIns="71981" rtlCol="0" anchor="t"/>
          <a:lstStyle/>
          <a:p>
            <a:pPr algn="ctr" defTabSz="914126" fontAlgn="base">
              <a:spcBef>
                <a:spcPct val="50000"/>
              </a:spcBef>
              <a:spcAft>
                <a:spcPct val="0"/>
              </a:spcAft>
              <a:buClr>
                <a:srgbClr val="F0AB00"/>
              </a:buClr>
              <a:buSzPct val="80000"/>
              <a:defRPr/>
            </a:pPr>
            <a:r>
              <a:rPr lang="en-US" sz="700" kern="0" spc="150">
                <a:solidFill>
                  <a:srgbClr val="FFFFFF"/>
                </a:solidFill>
                <a:latin typeface="72 Brand Book" panose="020B0404030603020204" pitchFamily="34" charset="0"/>
                <a:ea typeface="72 Brand" pitchFamily="34" charset="-128"/>
                <a:cs typeface="72 Brand" pitchFamily="34" charset="-128"/>
              </a:rPr>
              <a:t>Q4.2025</a:t>
            </a:r>
            <a:endParaRPr lang="en-US" sz="700" kern="0">
              <a:solidFill>
                <a:srgbClr val="FFFFFF"/>
              </a:solidFill>
              <a:latin typeface="72 Brand Book" panose="020B0404030603020204" pitchFamily="34" charset="0"/>
              <a:ea typeface="72 Brand" pitchFamily="34" charset="-128"/>
              <a:cs typeface="72 Brand" pitchFamily="34" charset="-128"/>
            </a:endParaRPr>
          </a:p>
        </p:txBody>
      </p:sp>
      <p:sp>
        <p:nvSpPr>
          <p:cNvPr id="119" name="Rectangle: Rounded Corners 1">
            <a:extLst>
              <a:ext uri="{FF2B5EF4-FFF2-40B4-BE49-F238E27FC236}">
                <a16:creationId xmlns:a16="http://schemas.microsoft.com/office/drawing/2014/main" id="{349DBE00-255C-4C10-A9E9-4FBA7C19F68B}"/>
              </a:ext>
            </a:extLst>
          </p:cNvPr>
          <p:cNvSpPr/>
          <p:nvPr/>
        </p:nvSpPr>
        <p:spPr bwMode="auto">
          <a:xfrm>
            <a:off x="5896632" y="2474932"/>
            <a:ext cx="5790802" cy="1060622"/>
          </a:xfrm>
          <a:prstGeom prst="roundRect">
            <a:avLst>
              <a:gd name="adj" fmla="val 3761"/>
            </a:avLst>
          </a:prstGeom>
          <a:solidFill>
            <a:srgbClr val="EBF8FF"/>
          </a:solidFill>
          <a:ln w="19050" cap="flat" cmpd="sng" algn="ctr">
            <a:solidFill>
              <a:srgbClr val="0070F2"/>
            </a:solidFill>
            <a:prstDash val="solid"/>
          </a:ln>
          <a:effectLst/>
        </p:spPr>
        <p:txBody>
          <a:bodyPr rtlCol="0" anchor="t"/>
          <a:lstStyle/>
          <a:p>
            <a:pPr defTabSz="914126">
              <a:defRPr/>
            </a:pPr>
            <a:endParaRPr lang="en-US" sz="900" kern="0">
              <a:solidFill>
                <a:srgbClr val="FFFFFF"/>
              </a:solidFill>
              <a:latin typeface="72Brand-Medium"/>
            </a:endParaRPr>
          </a:p>
        </p:txBody>
      </p:sp>
      <p:sp>
        <p:nvSpPr>
          <p:cNvPr id="2" name="Text Placeholder 1">
            <a:extLst>
              <a:ext uri="{FF2B5EF4-FFF2-40B4-BE49-F238E27FC236}">
                <a16:creationId xmlns:a16="http://schemas.microsoft.com/office/drawing/2014/main" id="{E38E81FA-BD36-D246-A0BA-94256E3D831A}"/>
              </a:ext>
            </a:extLst>
          </p:cNvPr>
          <p:cNvSpPr>
            <a:spLocks noGrp="1"/>
          </p:cNvSpPr>
          <p:nvPr>
            <p:ph type="body" sz="quarter" idx="10"/>
          </p:nvPr>
        </p:nvSpPr>
        <p:spPr>
          <a:xfrm>
            <a:off x="503870" y="1661157"/>
            <a:ext cx="5011679" cy="4786653"/>
          </a:xfrm>
        </p:spPr>
        <p:txBody>
          <a:bodyPr>
            <a:noAutofit/>
          </a:bodyPr>
          <a:lstStyle/>
          <a:p>
            <a:pPr lvl="0"/>
            <a:r>
              <a:rPr lang="en-GB" sz="1400" dirty="0"/>
              <a:t>Integrate fact data available in SAP Datasphere into your SAP Analytics Cloud model without replication</a:t>
            </a:r>
          </a:p>
          <a:p>
            <a:r>
              <a:rPr lang="en-GB" sz="1400" dirty="0"/>
              <a:t>How does it work?</a:t>
            </a:r>
          </a:p>
          <a:p>
            <a:pPr lvl="1"/>
            <a:r>
              <a:rPr lang="en-GB" sz="1200" dirty="0"/>
              <a:t>Planning model (must use SAP Datasphere as data storage location) can read from SAP Datasphere fact tables/views</a:t>
            </a:r>
          </a:p>
          <a:p>
            <a:pPr lvl="1"/>
            <a:r>
              <a:rPr lang="en-GB" sz="1200" dirty="0"/>
              <a:t>Distinction between model-proprietary and referenced data via version dimension</a:t>
            </a:r>
          </a:p>
          <a:p>
            <a:pPr lvl="1"/>
            <a:r>
              <a:rPr lang="en-GB" sz="1200" dirty="0"/>
              <a:t>Workflow executed from SAP Analytics Cloud model</a:t>
            </a:r>
          </a:p>
          <a:p>
            <a:r>
              <a:rPr lang="en-GB" sz="1400" dirty="0"/>
              <a:t>What can you do?</a:t>
            </a:r>
          </a:p>
          <a:p>
            <a:pPr lvl="1"/>
            <a:r>
              <a:rPr lang="en-GB" sz="1200" dirty="0"/>
              <a:t>Display data in the model data foundation, charts and tables</a:t>
            </a:r>
          </a:p>
          <a:p>
            <a:pPr lvl="1"/>
            <a:r>
              <a:rPr lang="en-GB" sz="1200" dirty="0"/>
              <a:t>Copy data into plan versions / primary model tables</a:t>
            </a:r>
          </a:p>
          <a:p>
            <a:pPr lvl="1"/>
            <a:r>
              <a:rPr lang="en-GB" sz="1200" dirty="0"/>
              <a:t>Reference virtual data in data actions and calculations</a:t>
            </a:r>
          </a:p>
          <a:p>
            <a:pPr lvl="1"/>
            <a:r>
              <a:rPr lang="en-GB" sz="1200" dirty="0"/>
              <a:t>No write-back to the referenced tables</a:t>
            </a:r>
          </a:p>
          <a:p>
            <a:pPr>
              <a:buNone/>
            </a:pPr>
            <a:endParaRPr lang="en-US" sz="1400" dirty="0"/>
          </a:p>
        </p:txBody>
      </p:sp>
      <p:sp>
        <p:nvSpPr>
          <p:cNvPr id="24" name="Title"/>
          <p:cNvSpPr>
            <a:spLocks noGrp="1"/>
          </p:cNvSpPr>
          <p:nvPr>
            <p:ph type="title"/>
          </p:nvPr>
        </p:nvSpPr>
        <p:spPr bwMode="gray">
          <a:xfrm>
            <a:off x="503870" y="504761"/>
            <a:ext cx="11183564" cy="369236"/>
          </a:xfrm>
          <a:noFill/>
        </p:spPr>
        <p:txBody>
          <a:bodyPr vert="horz"/>
          <a:lstStyle/>
          <a:p>
            <a:r>
              <a:rPr lang="en-US" dirty="0"/>
              <a:t>Live Versions in SAP Analytics Cloud Models Deployed to SAP Datasphere</a:t>
            </a:r>
          </a:p>
        </p:txBody>
      </p:sp>
      <p:sp>
        <p:nvSpPr>
          <p:cNvPr id="120" name="Rectangle: Rounded Corners 1">
            <a:extLst>
              <a:ext uri="{FF2B5EF4-FFF2-40B4-BE49-F238E27FC236}">
                <a16:creationId xmlns:a16="http://schemas.microsoft.com/office/drawing/2014/main" id="{9BEB89DE-88F1-EAE6-D5EF-CA52F4F288E0}"/>
              </a:ext>
            </a:extLst>
          </p:cNvPr>
          <p:cNvSpPr/>
          <p:nvPr/>
        </p:nvSpPr>
        <p:spPr bwMode="auto">
          <a:xfrm>
            <a:off x="5896632" y="3639240"/>
            <a:ext cx="5790802" cy="1708056"/>
          </a:xfrm>
          <a:prstGeom prst="roundRect">
            <a:avLst>
              <a:gd name="adj" fmla="val 6526"/>
            </a:avLst>
          </a:prstGeom>
          <a:solidFill>
            <a:srgbClr val="EBF8FF"/>
          </a:solidFill>
          <a:ln w="19050" cap="flat" cmpd="sng" algn="ctr">
            <a:solidFill>
              <a:srgbClr val="0070F2"/>
            </a:solidFill>
            <a:prstDash val="solid"/>
          </a:ln>
          <a:effectLst/>
        </p:spPr>
        <p:txBody>
          <a:bodyPr rtlCol="0" anchor="t"/>
          <a:lstStyle/>
          <a:p>
            <a:pPr defTabSz="914126">
              <a:defRPr/>
            </a:pPr>
            <a:r>
              <a:rPr lang="en-US" sz="900" kern="0">
                <a:solidFill>
                  <a:srgbClr val="FFFFFF"/>
                </a:solidFill>
                <a:latin typeface="72Brand-Medium"/>
              </a:rPr>
              <a:t>  </a:t>
            </a:r>
          </a:p>
        </p:txBody>
      </p:sp>
      <p:cxnSp>
        <p:nvCxnSpPr>
          <p:cNvPr id="121" name="Straight Connector 120">
            <a:extLst>
              <a:ext uri="{FF2B5EF4-FFF2-40B4-BE49-F238E27FC236}">
                <a16:creationId xmlns:a16="http://schemas.microsoft.com/office/drawing/2014/main" id="{D7FD4F04-AC7F-A3B6-98E0-35D07A3FB506}"/>
              </a:ext>
            </a:extLst>
          </p:cNvPr>
          <p:cNvCxnSpPr>
            <a:cxnSpLocks/>
          </p:cNvCxnSpPr>
          <p:nvPr/>
        </p:nvCxnSpPr>
        <p:spPr>
          <a:xfrm flipV="1">
            <a:off x="11145800" y="5127942"/>
            <a:ext cx="0" cy="431888"/>
          </a:xfrm>
          <a:prstGeom prst="line">
            <a:avLst/>
          </a:prstGeom>
          <a:noFill/>
          <a:ln w="10000" cap="flat" cmpd="sng" algn="ctr">
            <a:solidFill>
              <a:srgbClr val="00144A"/>
            </a:solidFill>
            <a:prstDash val="solid"/>
            <a:headEnd type="none" w="med" len="med"/>
            <a:tailEnd type="none" w="med" len="med"/>
          </a:ln>
          <a:effectLst/>
        </p:spPr>
      </p:cxnSp>
      <p:sp>
        <p:nvSpPr>
          <p:cNvPr id="122" name="TextBox 121">
            <a:extLst>
              <a:ext uri="{FF2B5EF4-FFF2-40B4-BE49-F238E27FC236}">
                <a16:creationId xmlns:a16="http://schemas.microsoft.com/office/drawing/2014/main" id="{D7AD3196-0916-0383-AF4D-FBB39C786356}"/>
              </a:ext>
            </a:extLst>
          </p:cNvPr>
          <p:cNvSpPr txBox="1"/>
          <p:nvPr/>
        </p:nvSpPr>
        <p:spPr>
          <a:xfrm>
            <a:off x="5975371" y="2561318"/>
            <a:ext cx="1695541" cy="184618"/>
          </a:xfrm>
          <a:prstGeom prst="rect">
            <a:avLst/>
          </a:prstGeom>
          <a:noFill/>
          <a:ln>
            <a:noFill/>
          </a:ln>
        </p:spPr>
        <p:txBody>
          <a:bodyPr wrap="square" lIns="0" tIns="0" rIns="0" bIns="0" rtlCol="0">
            <a:spAutoFit/>
          </a:bodyPr>
          <a:lstStyle>
            <a:defPPr>
              <a:defRPr lang="de-DE"/>
            </a:defPPr>
            <a:lvl1pPr defTabSz="1088449">
              <a:defRPr sz="1400" b="0" kern="0">
                <a:solidFill>
                  <a:srgbClr val="0057D2"/>
                </a:solidFill>
                <a:effectLst/>
                <a:latin typeface="+mj-lt"/>
              </a:defRPr>
            </a:lvl1pPr>
          </a:lstStyle>
          <a:p>
            <a:pPr defTabSz="1087796">
              <a:defRPr/>
            </a:pPr>
            <a:r>
              <a:rPr lang="en-US" sz="1200">
                <a:solidFill>
                  <a:srgbClr val="00144A"/>
                </a:solidFill>
                <a:latin typeface="72Brand-Medium"/>
              </a:rPr>
              <a:t>SAP Analytics Cloud</a:t>
            </a:r>
          </a:p>
        </p:txBody>
      </p:sp>
      <p:grpSp>
        <p:nvGrpSpPr>
          <p:cNvPr id="123" name="Gruppieren 62">
            <a:extLst>
              <a:ext uri="{FF2B5EF4-FFF2-40B4-BE49-F238E27FC236}">
                <a16:creationId xmlns:a16="http://schemas.microsoft.com/office/drawing/2014/main" id="{67DAF343-3119-E68D-A067-FBF2A65C3354}"/>
              </a:ext>
            </a:extLst>
          </p:cNvPr>
          <p:cNvGrpSpPr/>
          <p:nvPr/>
        </p:nvGrpSpPr>
        <p:grpSpPr>
          <a:xfrm>
            <a:off x="6624470" y="6039384"/>
            <a:ext cx="1034828" cy="165520"/>
            <a:chOff x="2269067" y="2022983"/>
            <a:chExt cx="1035637" cy="165649"/>
          </a:xfrm>
        </p:grpSpPr>
        <p:sp>
          <p:nvSpPr>
            <p:cNvPr id="124" name="TextBox 2">
              <a:extLst>
                <a:ext uri="{FF2B5EF4-FFF2-40B4-BE49-F238E27FC236}">
                  <a16:creationId xmlns:a16="http://schemas.microsoft.com/office/drawing/2014/main" id="{0CC0B1BC-1370-0049-E272-B323DE00B2E8}"/>
                </a:ext>
              </a:extLst>
            </p:cNvPr>
            <p:cNvSpPr txBox="1"/>
            <p:nvPr/>
          </p:nvSpPr>
          <p:spPr>
            <a:xfrm flipH="1">
              <a:off x="2596962" y="2022983"/>
              <a:ext cx="707742" cy="161667"/>
            </a:xfrm>
            <a:prstGeom prst="rect">
              <a:avLst/>
            </a:prstGeom>
            <a:noFill/>
          </p:spPr>
          <p:txBody>
            <a:bodyPr wrap="square" lIns="0" tIns="0" rIns="0" bIns="0" rtlCol="0">
              <a:spAutoFit/>
            </a:bodyPr>
            <a:lstStyle/>
            <a:p>
              <a:pPr defTabSz="913578" fontAlgn="base">
                <a:spcBef>
                  <a:spcPct val="50000"/>
                </a:spcBef>
                <a:spcAft>
                  <a:spcPct val="0"/>
                </a:spcAft>
                <a:buClr>
                  <a:srgbClr val="F0AB00"/>
                </a:buClr>
                <a:buSzPct val="80000"/>
                <a:defRPr/>
              </a:pPr>
              <a:r>
                <a:rPr lang="en-US" sz="1050" kern="0">
                  <a:solidFill>
                    <a:srgbClr val="000000"/>
                  </a:solidFill>
                  <a:latin typeface="72 Brand" panose="020B0504030603020204" pitchFamily="34" charset="0"/>
                  <a:ea typeface="Arial Unicode MS" pitchFamily="34" charset="-128"/>
                  <a:cs typeface="Arial Unicode MS" pitchFamily="34" charset="-128"/>
                </a:rPr>
                <a:t>S/4 HANA</a:t>
              </a:r>
            </a:p>
          </p:txBody>
        </p:sp>
        <p:pic>
          <p:nvPicPr>
            <p:cNvPr id="125" name="Grafik 51">
              <a:extLst>
                <a:ext uri="{FF2B5EF4-FFF2-40B4-BE49-F238E27FC236}">
                  <a16:creationId xmlns:a16="http://schemas.microsoft.com/office/drawing/2014/main" id="{D347A9E0-92F0-27FF-89D4-3754C5E406C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69067" y="2034444"/>
              <a:ext cx="311401" cy="154188"/>
            </a:xfrm>
            <a:prstGeom prst="rect">
              <a:avLst/>
            </a:prstGeom>
          </p:spPr>
        </p:pic>
      </p:grpSp>
      <p:sp>
        <p:nvSpPr>
          <p:cNvPr id="126" name="Cylinder 241">
            <a:extLst>
              <a:ext uri="{FF2B5EF4-FFF2-40B4-BE49-F238E27FC236}">
                <a16:creationId xmlns:a16="http://schemas.microsoft.com/office/drawing/2014/main" id="{E6ABA386-3379-E5B4-C6FF-4C6289E7410B}"/>
              </a:ext>
            </a:extLst>
          </p:cNvPr>
          <p:cNvSpPr/>
          <p:nvPr/>
        </p:nvSpPr>
        <p:spPr bwMode="gray">
          <a:xfrm>
            <a:off x="6816122" y="5607879"/>
            <a:ext cx="647831" cy="287925"/>
          </a:xfrm>
          <a:prstGeom prst="can">
            <a:avLst>
              <a:gd name="adj" fmla="val 50000"/>
            </a:avLst>
          </a:prstGeom>
          <a:solidFill>
            <a:srgbClr val="0070F2"/>
          </a:solidFill>
          <a:ln w="25400" algn="ctr">
            <a:noFill/>
            <a:miter lim="800000"/>
            <a:headEnd/>
            <a:tailEnd/>
          </a:ln>
          <a:effectLst>
            <a:outerShdw blurRad="101600" dist="38100" dir="10800000" algn="r" rotWithShape="0">
              <a:srgbClr val="002A86">
                <a:alpha val="20000"/>
              </a:srgbClr>
            </a:outerShdw>
          </a:effectLst>
        </p:spPr>
        <p:txBody>
          <a:bodyPr lIns="89908" tIns="71924" rIns="89908" bIns="71924" rtlCol="0" anchor="ctr"/>
          <a:lstStyle/>
          <a:p>
            <a:pPr algn="ctr" defTabSz="1087470" fontAlgn="base">
              <a:spcBef>
                <a:spcPct val="50000"/>
              </a:spcBef>
              <a:spcAft>
                <a:spcPct val="0"/>
              </a:spcAft>
              <a:buClr>
                <a:srgbClr val="F0AB00"/>
              </a:buClr>
              <a:buSzPct val="80000"/>
              <a:defRPr/>
            </a:pPr>
            <a:r>
              <a:rPr lang="en-DE" sz="1050" kern="0">
                <a:solidFill>
                  <a:srgbClr val="FFFFFF"/>
                </a:solidFill>
                <a:effectLst>
                  <a:outerShdw blurRad="50800" dist="38100" dir="2700000" algn="tl" rotWithShape="0">
                    <a:prstClr val="black">
                      <a:alpha val="40000"/>
                    </a:prstClr>
                  </a:outerShdw>
                </a:effectLst>
                <a:latin typeface="72 Brand" panose="020B0504030603020204" pitchFamily="34" charset="0"/>
                <a:ea typeface="Arial Unicode MS" pitchFamily="34" charset="-128"/>
              </a:rPr>
              <a:t>          </a:t>
            </a:r>
          </a:p>
        </p:txBody>
      </p:sp>
      <p:sp>
        <p:nvSpPr>
          <p:cNvPr id="127" name="Rectangle 126">
            <a:extLst>
              <a:ext uri="{FF2B5EF4-FFF2-40B4-BE49-F238E27FC236}">
                <a16:creationId xmlns:a16="http://schemas.microsoft.com/office/drawing/2014/main" id="{28118FBD-A7BF-F0EB-9F1E-8E98C3F09F69}"/>
              </a:ext>
            </a:extLst>
          </p:cNvPr>
          <p:cNvSpPr/>
          <p:nvPr/>
        </p:nvSpPr>
        <p:spPr bwMode="gray">
          <a:xfrm>
            <a:off x="6747762" y="5186486"/>
            <a:ext cx="1402531" cy="792411"/>
          </a:xfrm>
          <a:prstGeom prst="rect">
            <a:avLst/>
          </a:prstGeom>
          <a:noFill/>
          <a:ln w="25400" algn="ctr">
            <a:noFill/>
            <a:miter lim="800000"/>
            <a:headEnd/>
            <a:tailEnd/>
          </a:ln>
        </p:spPr>
        <p:txBody>
          <a:bodyPr lIns="89954" tIns="71962" rIns="89954" bIns="71962" rtlCol="0" anchor="ctr"/>
          <a:lstStyle/>
          <a:p>
            <a:pPr algn="ctr" defTabSz="913852" fontAlgn="base">
              <a:spcBef>
                <a:spcPct val="50000"/>
              </a:spcBef>
              <a:spcAft>
                <a:spcPct val="0"/>
              </a:spcAft>
              <a:buClr>
                <a:srgbClr val="F0AB00"/>
              </a:buClr>
              <a:buSzPct val="80000"/>
              <a:defRPr/>
            </a:pPr>
            <a:endParaRPr lang="en-DE" sz="1798" kern="0" err="1">
              <a:solidFill>
                <a:srgbClr val="000000"/>
              </a:solidFill>
              <a:latin typeface="72 Brand" panose="020B0504030603020204" pitchFamily="34" charset="0"/>
              <a:ea typeface="Arial Unicode MS" pitchFamily="34" charset="-128"/>
              <a:cs typeface="Arial Unicode MS" pitchFamily="34" charset="-128"/>
            </a:endParaRPr>
          </a:p>
        </p:txBody>
      </p:sp>
      <p:grpSp>
        <p:nvGrpSpPr>
          <p:cNvPr id="129" name="Gruppieren 78">
            <a:extLst>
              <a:ext uri="{FF2B5EF4-FFF2-40B4-BE49-F238E27FC236}">
                <a16:creationId xmlns:a16="http://schemas.microsoft.com/office/drawing/2014/main" id="{8F32FD03-43E0-F9EA-E2B8-8126D2BF15CE}"/>
              </a:ext>
            </a:extLst>
          </p:cNvPr>
          <p:cNvGrpSpPr/>
          <p:nvPr/>
        </p:nvGrpSpPr>
        <p:grpSpPr>
          <a:xfrm>
            <a:off x="10437209" y="6011745"/>
            <a:ext cx="1417184" cy="161541"/>
            <a:chOff x="3896582" y="2359052"/>
            <a:chExt cx="1418291" cy="161667"/>
          </a:xfrm>
        </p:grpSpPr>
        <p:sp>
          <p:nvSpPr>
            <p:cNvPr id="134" name="TextBox 2">
              <a:extLst>
                <a:ext uri="{FF2B5EF4-FFF2-40B4-BE49-F238E27FC236}">
                  <a16:creationId xmlns:a16="http://schemas.microsoft.com/office/drawing/2014/main" id="{DB9C4511-197B-2E1B-D17E-3CD65C633472}"/>
                </a:ext>
              </a:extLst>
            </p:cNvPr>
            <p:cNvSpPr txBox="1"/>
            <p:nvPr/>
          </p:nvSpPr>
          <p:spPr>
            <a:xfrm flipH="1">
              <a:off x="4224480" y="2359052"/>
              <a:ext cx="1090393" cy="161667"/>
            </a:xfrm>
            <a:prstGeom prst="rect">
              <a:avLst/>
            </a:prstGeom>
            <a:noFill/>
          </p:spPr>
          <p:txBody>
            <a:bodyPr wrap="square" lIns="0" tIns="0" rIns="0" bIns="0" rtlCol="0">
              <a:spAutoFit/>
            </a:bodyPr>
            <a:lstStyle/>
            <a:p>
              <a:pPr defTabSz="913578" fontAlgn="base">
                <a:spcBef>
                  <a:spcPct val="50000"/>
                </a:spcBef>
                <a:spcAft>
                  <a:spcPct val="0"/>
                </a:spcAft>
                <a:buClr>
                  <a:srgbClr val="F0AB00"/>
                </a:buClr>
                <a:buSzPct val="80000"/>
                <a:defRPr/>
              </a:pPr>
              <a:r>
                <a:rPr lang="en-US" sz="1050" kern="0">
                  <a:solidFill>
                    <a:srgbClr val="000000"/>
                  </a:solidFill>
                  <a:latin typeface="72 Brand" panose="020B0504030603020204" pitchFamily="34" charset="0"/>
                  <a:ea typeface="Arial Unicode MS" pitchFamily="34" charset="-128"/>
                  <a:cs typeface="Arial Unicode MS" pitchFamily="34" charset="-128"/>
                </a:rPr>
                <a:t>SuccessFactors</a:t>
              </a:r>
            </a:p>
          </p:txBody>
        </p:sp>
        <p:pic>
          <p:nvPicPr>
            <p:cNvPr id="135" name="Grafik 65">
              <a:extLst>
                <a:ext uri="{FF2B5EF4-FFF2-40B4-BE49-F238E27FC236}">
                  <a16:creationId xmlns:a16="http://schemas.microsoft.com/office/drawing/2014/main" id="{BED27136-1F48-39A6-3627-3438F68DFE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96582" y="2366226"/>
              <a:ext cx="311401" cy="154188"/>
            </a:xfrm>
            <a:prstGeom prst="rect">
              <a:avLst/>
            </a:prstGeom>
          </p:spPr>
        </p:pic>
      </p:grpSp>
      <p:grpSp>
        <p:nvGrpSpPr>
          <p:cNvPr id="130" name="Group 129">
            <a:extLst>
              <a:ext uri="{FF2B5EF4-FFF2-40B4-BE49-F238E27FC236}">
                <a16:creationId xmlns:a16="http://schemas.microsoft.com/office/drawing/2014/main" id="{364B1C1B-6D7D-9D16-DEC0-DFDB3F552EC2}"/>
              </a:ext>
            </a:extLst>
          </p:cNvPr>
          <p:cNvGrpSpPr/>
          <p:nvPr/>
        </p:nvGrpSpPr>
        <p:grpSpPr>
          <a:xfrm>
            <a:off x="11026399" y="5442106"/>
            <a:ext cx="238760" cy="88708"/>
            <a:chOff x="5282214" y="621437"/>
            <a:chExt cx="238947" cy="88777"/>
          </a:xfrm>
        </p:grpSpPr>
        <p:sp>
          <p:nvSpPr>
            <p:cNvPr id="132" name="Isosceles Triangle 53">
              <a:extLst>
                <a:ext uri="{FF2B5EF4-FFF2-40B4-BE49-F238E27FC236}">
                  <a16:creationId xmlns:a16="http://schemas.microsoft.com/office/drawing/2014/main" id="{9388C4A8-ECBE-3436-D38F-295AD94D06A6}"/>
                </a:ext>
              </a:extLst>
            </p:cNvPr>
            <p:cNvSpPr/>
            <p:nvPr/>
          </p:nvSpPr>
          <p:spPr bwMode="gray">
            <a:xfrm flipH="1">
              <a:off x="5282214" y="621437"/>
              <a:ext cx="102981" cy="88777"/>
            </a:xfrm>
            <a:prstGeom prst="triangle">
              <a:avLst/>
            </a:prstGeom>
            <a:solidFill>
              <a:srgbClr val="EBF8FF">
                <a:lumMod val="60000"/>
                <a:lumOff val="40000"/>
              </a:srgbClr>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defRPr/>
              </a:pPr>
              <a:endParaRPr lang="en-US" sz="1797" kern="0">
                <a:solidFill>
                  <a:srgbClr val="000000"/>
                </a:solidFill>
                <a:latin typeface="72 Brand" panose="020B0504030603020204" pitchFamily="34" charset="0"/>
                <a:ea typeface="Arial Unicode MS" pitchFamily="34" charset="-128"/>
                <a:cs typeface="Arial Unicode MS" pitchFamily="34" charset="-128"/>
              </a:endParaRPr>
            </a:p>
          </p:txBody>
        </p:sp>
        <p:sp>
          <p:nvSpPr>
            <p:cNvPr id="133" name="Isosceles Triangle 54">
              <a:extLst>
                <a:ext uri="{FF2B5EF4-FFF2-40B4-BE49-F238E27FC236}">
                  <a16:creationId xmlns:a16="http://schemas.microsoft.com/office/drawing/2014/main" id="{515B771C-99A9-AECB-A9FF-27F6983ADCB4}"/>
                </a:ext>
              </a:extLst>
            </p:cNvPr>
            <p:cNvSpPr/>
            <p:nvPr/>
          </p:nvSpPr>
          <p:spPr bwMode="gray">
            <a:xfrm rot="10800000" flipH="1">
              <a:off x="5418180" y="621437"/>
              <a:ext cx="102981" cy="88777"/>
            </a:xfrm>
            <a:prstGeom prst="triangle">
              <a:avLst/>
            </a:prstGeom>
            <a:solidFill>
              <a:srgbClr val="EBF8FF">
                <a:lumMod val="60000"/>
                <a:lumOff val="40000"/>
              </a:srgbClr>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defRPr/>
              </a:pPr>
              <a:endParaRPr lang="en-US" sz="1797" kern="0">
                <a:solidFill>
                  <a:srgbClr val="000000"/>
                </a:solidFill>
                <a:latin typeface="72 Brand" panose="020B0504030603020204" pitchFamily="34" charset="0"/>
                <a:ea typeface="Arial Unicode MS" pitchFamily="34" charset="-128"/>
                <a:cs typeface="Arial Unicode MS" pitchFamily="34" charset="-128"/>
              </a:endParaRPr>
            </a:p>
          </p:txBody>
        </p:sp>
      </p:grpSp>
      <p:sp>
        <p:nvSpPr>
          <p:cNvPr id="131" name="Cylinder 241">
            <a:extLst>
              <a:ext uri="{FF2B5EF4-FFF2-40B4-BE49-F238E27FC236}">
                <a16:creationId xmlns:a16="http://schemas.microsoft.com/office/drawing/2014/main" id="{F260CAF5-8F4C-5E4B-9ECC-D15505944098}"/>
              </a:ext>
            </a:extLst>
          </p:cNvPr>
          <p:cNvSpPr/>
          <p:nvPr/>
        </p:nvSpPr>
        <p:spPr bwMode="gray">
          <a:xfrm>
            <a:off x="10828829" y="5608802"/>
            <a:ext cx="647831" cy="287925"/>
          </a:xfrm>
          <a:prstGeom prst="can">
            <a:avLst>
              <a:gd name="adj" fmla="val 50000"/>
            </a:avLst>
          </a:prstGeom>
          <a:solidFill>
            <a:srgbClr val="0070F2"/>
          </a:solidFill>
          <a:ln w="25400" algn="ctr">
            <a:noFill/>
            <a:miter lim="800000"/>
            <a:headEnd/>
            <a:tailEnd/>
          </a:ln>
          <a:effectLst>
            <a:outerShdw blurRad="101600" dist="38100" dir="10800000" algn="r" rotWithShape="0">
              <a:srgbClr val="002A86">
                <a:alpha val="20000"/>
              </a:srgbClr>
            </a:outerShdw>
          </a:effectLst>
        </p:spPr>
        <p:txBody>
          <a:bodyPr lIns="89908" tIns="71924" rIns="89908" bIns="71924" rtlCol="0" anchor="ctr"/>
          <a:lstStyle/>
          <a:p>
            <a:pPr algn="ctr" defTabSz="1087470" fontAlgn="base">
              <a:spcBef>
                <a:spcPct val="50000"/>
              </a:spcBef>
              <a:spcAft>
                <a:spcPct val="0"/>
              </a:spcAft>
              <a:buClr>
                <a:srgbClr val="F0AB00"/>
              </a:buClr>
              <a:buSzPct val="80000"/>
              <a:defRPr/>
            </a:pPr>
            <a:r>
              <a:rPr lang="en-DE" sz="1050" kern="0">
                <a:solidFill>
                  <a:srgbClr val="FFFFFF"/>
                </a:solidFill>
                <a:effectLst>
                  <a:outerShdw blurRad="50800" dist="38100" dir="2700000" algn="tl" rotWithShape="0">
                    <a:prstClr val="black">
                      <a:alpha val="40000"/>
                    </a:prstClr>
                  </a:outerShdw>
                </a:effectLst>
                <a:latin typeface="72 Brand" panose="020B0504030603020204" pitchFamily="34" charset="0"/>
                <a:ea typeface="Arial Unicode MS" pitchFamily="34" charset="-128"/>
              </a:rPr>
              <a:t>          </a:t>
            </a:r>
          </a:p>
        </p:txBody>
      </p:sp>
      <p:sp>
        <p:nvSpPr>
          <p:cNvPr id="152" name="TextBox 151">
            <a:extLst>
              <a:ext uri="{FF2B5EF4-FFF2-40B4-BE49-F238E27FC236}">
                <a16:creationId xmlns:a16="http://schemas.microsoft.com/office/drawing/2014/main" id="{16CA4EE7-0ED0-5057-4458-3FCDE7F440D3}"/>
              </a:ext>
            </a:extLst>
          </p:cNvPr>
          <p:cNvSpPr txBox="1"/>
          <p:nvPr/>
        </p:nvSpPr>
        <p:spPr>
          <a:xfrm>
            <a:off x="5944394" y="5731380"/>
            <a:ext cx="1703572" cy="184618"/>
          </a:xfrm>
          <a:prstGeom prst="rect">
            <a:avLst/>
          </a:prstGeom>
          <a:noFill/>
        </p:spPr>
        <p:txBody>
          <a:bodyPr wrap="square" lIns="0" tIns="0" rIns="0" bIns="0" rtlCol="0">
            <a:spAutoFit/>
          </a:bodyPr>
          <a:lstStyle>
            <a:defPPr>
              <a:defRPr lang="de-DE"/>
            </a:defPPr>
            <a:lvl1pPr algn="ctr">
              <a:defRPr sz="1600" b="1">
                <a:gradFill>
                  <a:gsLst>
                    <a:gs pos="0">
                      <a:schemeClr val="accent1"/>
                    </a:gs>
                    <a:gs pos="100000">
                      <a:schemeClr val="accent1">
                        <a:lumMod val="75000"/>
                      </a:schemeClr>
                    </a:gs>
                  </a:gsLst>
                  <a:lin ang="0" scaled="1"/>
                </a:gradFill>
                <a:effectLst/>
                <a:latin typeface="+mj-lt"/>
              </a:defRPr>
            </a:lvl1pPr>
          </a:lstStyle>
          <a:p>
            <a:pPr algn="l" defTabSz="1087796">
              <a:spcAft>
                <a:spcPts val="600"/>
              </a:spcAft>
              <a:defRPr/>
            </a:pPr>
            <a:r>
              <a:rPr lang="en-US" sz="1200" b="0" kern="0">
                <a:solidFill>
                  <a:srgbClr val="00144A"/>
                </a:solidFill>
                <a:latin typeface="72Brand-Medium"/>
              </a:rPr>
              <a:t>Sources</a:t>
            </a:r>
          </a:p>
        </p:txBody>
      </p:sp>
      <p:sp>
        <p:nvSpPr>
          <p:cNvPr id="153" name="TextBox 152">
            <a:extLst>
              <a:ext uri="{FF2B5EF4-FFF2-40B4-BE49-F238E27FC236}">
                <a16:creationId xmlns:a16="http://schemas.microsoft.com/office/drawing/2014/main" id="{64C20356-1EE0-DDAF-293D-42C3145F2A68}"/>
              </a:ext>
            </a:extLst>
          </p:cNvPr>
          <p:cNvSpPr txBox="1"/>
          <p:nvPr/>
        </p:nvSpPr>
        <p:spPr>
          <a:xfrm>
            <a:off x="6015739" y="3665536"/>
            <a:ext cx="1964899" cy="184618"/>
          </a:xfrm>
          <a:prstGeom prst="rect">
            <a:avLst/>
          </a:prstGeom>
          <a:noFill/>
        </p:spPr>
        <p:txBody>
          <a:bodyPr wrap="square" lIns="0" tIns="0" rIns="0" bIns="0" rtlCol="0">
            <a:spAutoFit/>
          </a:bodyPr>
          <a:lstStyle>
            <a:defPPr>
              <a:defRPr lang="de-DE"/>
            </a:defPPr>
            <a:lvl1pPr algn="ctr">
              <a:defRPr sz="1600" b="1">
                <a:gradFill>
                  <a:gsLst>
                    <a:gs pos="0">
                      <a:schemeClr val="accent1"/>
                    </a:gs>
                    <a:gs pos="100000">
                      <a:schemeClr val="accent1">
                        <a:lumMod val="75000"/>
                      </a:schemeClr>
                    </a:gs>
                  </a:gsLst>
                  <a:lin ang="0" scaled="1"/>
                </a:gradFill>
                <a:effectLst/>
                <a:latin typeface="+mj-lt"/>
              </a:defRPr>
            </a:lvl1pPr>
          </a:lstStyle>
          <a:p>
            <a:pPr algn="l" defTabSz="1087796">
              <a:spcAft>
                <a:spcPts val="600"/>
              </a:spcAft>
              <a:defRPr/>
            </a:pPr>
            <a:r>
              <a:rPr lang="en-US" sz="1200" b="0" kern="0">
                <a:solidFill>
                  <a:srgbClr val="00144A"/>
                </a:solidFill>
                <a:latin typeface="72Brand-Medium"/>
              </a:rPr>
              <a:t>SAP Datasphere</a:t>
            </a:r>
          </a:p>
        </p:txBody>
      </p:sp>
      <p:sp>
        <p:nvSpPr>
          <p:cNvPr id="158" name="Rectangle 157">
            <a:extLst>
              <a:ext uri="{FF2B5EF4-FFF2-40B4-BE49-F238E27FC236}">
                <a16:creationId xmlns:a16="http://schemas.microsoft.com/office/drawing/2014/main" id="{DCBA2933-04A9-2976-10F8-8D6B3738A253}"/>
              </a:ext>
            </a:extLst>
          </p:cNvPr>
          <p:cNvSpPr/>
          <p:nvPr/>
        </p:nvSpPr>
        <p:spPr bwMode="gray">
          <a:xfrm>
            <a:off x="6850084" y="4545219"/>
            <a:ext cx="588485" cy="588358"/>
          </a:xfrm>
          <a:prstGeom prst="rect">
            <a:avLst/>
          </a:prstGeom>
          <a:noFill/>
          <a:ln w="25400" algn="ctr">
            <a:noFill/>
            <a:miter lim="800000"/>
            <a:headEnd/>
            <a:tailEnd/>
          </a:ln>
        </p:spPr>
        <p:txBody>
          <a:bodyPr lIns="89954" tIns="71962" rIns="89954" bIns="71962" rtlCol="0" anchor="ctr"/>
          <a:lstStyle/>
          <a:p>
            <a:pPr algn="ctr" defTabSz="913852" fontAlgn="base">
              <a:spcBef>
                <a:spcPct val="50000"/>
              </a:spcBef>
              <a:spcAft>
                <a:spcPct val="0"/>
              </a:spcAft>
              <a:buClr>
                <a:srgbClr val="F0AB00"/>
              </a:buClr>
              <a:buSzPct val="80000"/>
              <a:defRPr/>
            </a:pPr>
            <a:endParaRPr lang="en-DE" sz="1798" kern="0" err="1">
              <a:solidFill>
                <a:srgbClr val="000000"/>
              </a:solidFill>
              <a:latin typeface="72Brand-Book"/>
              <a:ea typeface="Arial Unicode MS" pitchFamily="34" charset="-128"/>
              <a:cs typeface="Arial Unicode MS" pitchFamily="34" charset="-128"/>
            </a:endParaRPr>
          </a:p>
        </p:txBody>
      </p:sp>
      <p:sp>
        <p:nvSpPr>
          <p:cNvPr id="161" name="Abgerundetes Rechteck 86">
            <a:extLst>
              <a:ext uri="{FF2B5EF4-FFF2-40B4-BE49-F238E27FC236}">
                <a16:creationId xmlns:a16="http://schemas.microsoft.com/office/drawing/2014/main" id="{5626B97E-4030-9273-8760-38EEF5BA9DED}"/>
              </a:ext>
            </a:extLst>
          </p:cNvPr>
          <p:cNvSpPr/>
          <p:nvPr/>
        </p:nvSpPr>
        <p:spPr bwMode="gray">
          <a:xfrm>
            <a:off x="10715148" y="4323870"/>
            <a:ext cx="835450" cy="467088"/>
          </a:xfrm>
          <a:prstGeom prst="rect">
            <a:avLst/>
          </a:prstGeom>
          <a:noFill/>
          <a:ln w="9525" algn="ctr">
            <a:noFill/>
            <a:miter lim="800000"/>
            <a:headEnd/>
            <a:tailEnd/>
          </a:ln>
        </p:spPr>
        <p:txBody>
          <a:bodyPr lIns="89839" tIns="71867" rIns="89839" bIns="71867" rtlCol="0" anchor="ctr"/>
          <a:lstStyle/>
          <a:p>
            <a:pPr algn="ctr" defTabSz="1087470" fontAlgn="base">
              <a:spcBef>
                <a:spcPct val="50000"/>
              </a:spcBef>
              <a:spcAft>
                <a:spcPct val="0"/>
              </a:spcAft>
              <a:buClr>
                <a:srgbClr val="F0AB00"/>
              </a:buClr>
              <a:buSzPct val="80000"/>
              <a:defRPr/>
            </a:pPr>
            <a:r>
              <a:rPr lang="en-US" sz="1000" kern="0">
                <a:solidFill>
                  <a:srgbClr val="00144A"/>
                </a:solidFill>
                <a:latin typeface="72Brand-Book"/>
                <a:ea typeface="Arial Unicode MS" pitchFamily="34" charset="-128"/>
                <a:cs typeface="Arial Unicode MS" pitchFamily="34" charset="-128"/>
              </a:rPr>
              <a:t>Actuals </a:t>
            </a:r>
          </a:p>
        </p:txBody>
      </p:sp>
      <p:sp>
        <p:nvSpPr>
          <p:cNvPr id="162" name="Rectangle 161">
            <a:extLst>
              <a:ext uri="{FF2B5EF4-FFF2-40B4-BE49-F238E27FC236}">
                <a16:creationId xmlns:a16="http://schemas.microsoft.com/office/drawing/2014/main" id="{B94E9559-C095-655C-38EF-960B128907AC}"/>
              </a:ext>
            </a:extLst>
          </p:cNvPr>
          <p:cNvSpPr/>
          <p:nvPr/>
        </p:nvSpPr>
        <p:spPr bwMode="gray">
          <a:xfrm>
            <a:off x="10152402" y="4545219"/>
            <a:ext cx="588485" cy="588358"/>
          </a:xfrm>
          <a:prstGeom prst="rect">
            <a:avLst/>
          </a:prstGeom>
          <a:noFill/>
          <a:ln w="25400" algn="ctr">
            <a:noFill/>
            <a:miter lim="800000"/>
            <a:headEnd/>
            <a:tailEnd/>
          </a:ln>
        </p:spPr>
        <p:txBody>
          <a:bodyPr lIns="89954" tIns="71962" rIns="89954" bIns="71962" rtlCol="0" anchor="ctr"/>
          <a:lstStyle/>
          <a:p>
            <a:pPr algn="ctr" defTabSz="913852" fontAlgn="base">
              <a:spcBef>
                <a:spcPct val="50000"/>
              </a:spcBef>
              <a:spcAft>
                <a:spcPct val="0"/>
              </a:spcAft>
              <a:buClr>
                <a:srgbClr val="F0AB00"/>
              </a:buClr>
              <a:buSzPct val="80000"/>
              <a:defRPr/>
            </a:pPr>
            <a:endParaRPr lang="en-DE" sz="1798" kern="0" err="1">
              <a:solidFill>
                <a:srgbClr val="000000"/>
              </a:solidFill>
              <a:latin typeface="72Brand-Book"/>
              <a:ea typeface="Arial Unicode MS" pitchFamily="34" charset="-128"/>
              <a:cs typeface="Arial Unicode MS" pitchFamily="34" charset="-128"/>
            </a:endParaRPr>
          </a:p>
        </p:txBody>
      </p:sp>
      <p:cxnSp>
        <p:nvCxnSpPr>
          <p:cNvPr id="173" name="Straight Connector 172">
            <a:extLst>
              <a:ext uri="{FF2B5EF4-FFF2-40B4-BE49-F238E27FC236}">
                <a16:creationId xmlns:a16="http://schemas.microsoft.com/office/drawing/2014/main" id="{5C555782-34DB-8B65-2F9C-10F6BBF7DC24}"/>
              </a:ext>
            </a:extLst>
          </p:cNvPr>
          <p:cNvCxnSpPr>
            <a:cxnSpLocks/>
          </p:cNvCxnSpPr>
          <p:nvPr/>
        </p:nvCxnSpPr>
        <p:spPr>
          <a:xfrm flipV="1">
            <a:off x="7141884" y="5128716"/>
            <a:ext cx="2443" cy="431888"/>
          </a:xfrm>
          <a:prstGeom prst="line">
            <a:avLst/>
          </a:prstGeom>
          <a:noFill/>
          <a:ln w="10000" cap="flat" cmpd="sng" algn="ctr">
            <a:solidFill>
              <a:srgbClr val="00144A"/>
            </a:solidFill>
            <a:prstDash val="solid"/>
            <a:headEnd type="none" w="med" len="med"/>
            <a:tailEnd type="none" w="med" len="med"/>
          </a:ln>
          <a:effectLst/>
        </p:spPr>
      </p:cxnSp>
      <p:sp>
        <p:nvSpPr>
          <p:cNvPr id="210" name="Abgerundetes Rechteck 86">
            <a:extLst>
              <a:ext uri="{FF2B5EF4-FFF2-40B4-BE49-F238E27FC236}">
                <a16:creationId xmlns:a16="http://schemas.microsoft.com/office/drawing/2014/main" id="{34968FC6-70A5-0CD9-0C58-98D591A5FEA8}"/>
              </a:ext>
            </a:extLst>
          </p:cNvPr>
          <p:cNvSpPr/>
          <p:nvPr/>
        </p:nvSpPr>
        <p:spPr bwMode="gray">
          <a:xfrm>
            <a:off x="6792238" y="4323870"/>
            <a:ext cx="687121" cy="467088"/>
          </a:xfrm>
          <a:prstGeom prst="rect">
            <a:avLst/>
          </a:prstGeom>
          <a:noFill/>
          <a:ln w="9525" algn="ctr">
            <a:noFill/>
            <a:miter lim="800000"/>
            <a:headEnd/>
            <a:tailEnd/>
          </a:ln>
        </p:spPr>
        <p:txBody>
          <a:bodyPr lIns="89839" tIns="71867" rIns="89839" bIns="71867" rtlCol="0" anchor="ctr"/>
          <a:lstStyle/>
          <a:p>
            <a:pPr algn="ctr" defTabSz="1087470" fontAlgn="base">
              <a:spcBef>
                <a:spcPct val="50000"/>
              </a:spcBef>
              <a:spcAft>
                <a:spcPct val="0"/>
              </a:spcAft>
              <a:buClr>
                <a:srgbClr val="F0AB00"/>
              </a:buClr>
              <a:buSzPct val="80000"/>
              <a:defRPr/>
            </a:pPr>
            <a:r>
              <a:rPr lang="en-US" sz="1000" kern="0">
                <a:solidFill>
                  <a:srgbClr val="00144A"/>
                </a:solidFill>
                <a:latin typeface="72Brand-Book"/>
                <a:ea typeface="Arial Unicode MS" pitchFamily="34" charset="-128"/>
                <a:cs typeface="Arial Unicode MS" pitchFamily="34" charset="-128"/>
              </a:rPr>
              <a:t>Actuals </a:t>
            </a:r>
          </a:p>
        </p:txBody>
      </p:sp>
      <p:sp>
        <p:nvSpPr>
          <p:cNvPr id="228" name="Abgerundetes Rechteck 86">
            <a:extLst>
              <a:ext uri="{FF2B5EF4-FFF2-40B4-BE49-F238E27FC236}">
                <a16:creationId xmlns:a16="http://schemas.microsoft.com/office/drawing/2014/main" id="{865FE5E3-DF09-8960-B3C5-C472622F9BCA}"/>
              </a:ext>
            </a:extLst>
          </p:cNvPr>
          <p:cNvSpPr/>
          <p:nvPr/>
        </p:nvSpPr>
        <p:spPr bwMode="gray">
          <a:xfrm>
            <a:off x="10028919" y="2578459"/>
            <a:ext cx="835450" cy="467088"/>
          </a:xfrm>
          <a:prstGeom prst="rect">
            <a:avLst/>
          </a:prstGeom>
          <a:noFill/>
          <a:ln w="9525" algn="ctr">
            <a:noFill/>
            <a:miter lim="800000"/>
            <a:headEnd/>
            <a:tailEnd/>
          </a:ln>
        </p:spPr>
        <p:txBody>
          <a:bodyPr lIns="89839" tIns="71867" rIns="89839" bIns="71867" rtlCol="0" anchor="ctr"/>
          <a:lstStyle/>
          <a:p>
            <a:pPr algn="ctr" defTabSz="1087470" fontAlgn="base">
              <a:spcBef>
                <a:spcPct val="50000"/>
              </a:spcBef>
              <a:spcAft>
                <a:spcPct val="0"/>
              </a:spcAft>
              <a:buClr>
                <a:srgbClr val="F0AB00"/>
              </a:buClr>
              <a:buSzPct val="80000"/>
              <a:defRPr/>
            </a:pPr>
            <a:r>
              <a:rPr lang="en-US" sz="1000" kern="0">
                <a:solidFill>
                  <a:srgbClr val="00144A"/>
                </a:solidFill>
                <a:latin typeface="72Brand-Book"/>
                <a:ea typeface="Arial Unicode MS" pitchFamily="34" charset="-128"/>
                <a:cs typeface="Arial Unicode MS" pitchFamily="34" charset="-128"/>
              </a:rPr>
              <a:t>Workforce </a:t>
            </a:r>
          </a:p>
        </p:txBody>
      </p:sp>
      <p:sp>
        <p:nvSpPr>
          <p:cNvPr id="230" name="Abgerundetes Rechteck 86">
            <a:extLst>
              <a:ext uri="{FF2B5EF4-FFF2-40B4-BE49-F238E27FC236}">
                <a16:creationId xmlns:a16="http://schemas.microsoft.com/office/drawing/2014/main" id="{5E20C78C-DAB5-3BCE-6267-0B649DE42005}"/>
              </a:ext>
            </a:extLst>
          </p:cNvPr>
          <p:cNvSpPr/>
          <p:nvPr/>
        </p:nvSpPr>
        <p:spPr bwMode="gray">
          <a:xfrm>
            <a:off x="7598967" y="2578459"/>
            <a:ext cx="687121" cy="467088"/>
          </a:xfrm>
          <a:prstGeom prst="rect">
            <a:avLst/>
          </a:prstGeom>
          <a:noFill/>
          <a:ln w="9525" algn="ctr">
            <a:noFill/>
            <a:miter lim="800000"/>
            <a:headEnd/>
            <a:tailEnd/>
          </a:ln>
        </p:spPr>
        <p:txBody>
          <a:bodyPr lIns="89839" tIns="71867" rIns="89839" bIns="71867" rtlCol="0" anchor="ctr"/>
          <a:lstStyle/>
          <a:p>
            <a:pPr algn="ctr" defTabSz="1087470" fontAlgn="base">
              <a:spcBef>
                <a:spcPct val="50000"/>
              </a:spcBef>
              <a:spcAft>
                <a:spcPct val="0"/>
              </a:spcAft>
              <a:buClr>
                <a:srgbClr val="F0AB00"/>
              </a:buClr>
              <a:buSzPct val="80000"/>
              <a:defRPr/>
            </a:pPr>
            <a:r>
              <a:rPr lang="en-US" sz="1000" kern="0">
                <a:solidFill>
                  <a:srgbClr val="00144A"/>
                </a:solidFill>
                <a:latin typeface="72Brand-Book"/>
                <a:ea typeface="Arial Unicode MS" pitchFamily="34" charset="-128"/>
                <a:cs typeface="Arial Unicode MS" pitchFamily="34" charset="-128"/>
              </a:rPr>
              <a:t>Finance </a:t>
            </a:r>
          </a:p>
        </p:txBody>
      </p:sp>
      <p:cxnSp>
        <p:nvCxnSpPr>
          <p:cNvPr id="234" name="Straight Connector 233">
            <a:extLst>
              <a:ext uri="{FF2B5EF4-FFF2-40B4-BE49-F238E27FC236}">
                <a16:creationId xmlns:a16="http://schemas.microsoft.com/office/drawing/2014/main" id="{64307E12-A156-2FD7-0304-7993C3BBFA2A}"/>
              </a:ext>
            </a:extLst>
          </p:cNvPr>
          <p:cNvCxnSpPr>
            <a:cxnSpLocks/>
          </p:cNvCxnSpPr>
          <p:nvPr/>
        </p:nvCxnSpPr>
        <p:spPr>
          <a:xfrm>
            <a:off x="9209674" y="3698869"/>
            <a:ext cx="0" cy="1583588"/>
          </a:xfrm>
          <a:prstGeom prst="line">
            <a:avLst/>
          </a:prstGeom>
          <a:noFill/>
          <a:ln w="0" cap="flat" cmpd="sng" algn="ctr">
            <a:solidFill>
              <a:srgbClr val="00144A"/>
            </a:solidFill>
            <a:prstDash val="solid"/>
            <a:headEnd type="none" w="med" len="med"/>
            <a:tailEnd type="none" w="med" len="med"/>
          </a:ln>
          <a:effectLst/>
        </p:spPr>
      </p:cxnSp>
      <p:pic>
        <p:nvPicPr>
          <p:cNvPr id="243" name="Graphic 242" descr="Cube outline">
            <a:extLst>
              <a:ext uri="{FF2B5EF4-FFF2-40B4-BE49-F238E27FC236}">
                <a16:creationId xmlns:a16="http://schemas.microsoft.com/office/drawing/2014/main" id="{36B0E8B7-41F3-E278-E5E5-D0C2C65CDD0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40288" y="2923846"/>
            <a:ext cx="543342" cy="543342"/>
          </a:xfrm>
          <a:prstGeom prst="rect">
            <a:avLst/>
          </a:prstGeom>
        </p:spPr>
      </p:pic>
      <p:pic>
        <p:nvPicPr>
          <p:cNvPr id="244" name="Graphic 243" descr="Cube outline">
            <a:extLst>
              <a:ext uri="{FF2B5EF4-FFF2-40B4-BE49-F238E27FC236}">
                <a16:creationId xmlns:a16="http://schemas.microsoft.com/office/drawing/2014/main" id="{BBB33352-E000-84F0-793A-182D0C9CB76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35035" y="2923846"/>
            <a:ext cx="543342" cy="543342"/>
          </a:xfrm>
          <a:prstGeom prst="rect">
            <a:avLst/>
          </a:prstGeom>
        </p:spPr>
      </p:pic>
      <p:pic>
        <p:nvPicPr>
          <p:cNvPr id="238" name="Graphic 237" descr="Table outline">
            <a:extLst>
              <a:ext uri="{FF2B5EF4-FFF2-40B4-BE49-F238E27FC236}">
                <a16:creationId xmlns:a16="http://schemas.microsoft.com/office/drawing/2014/main" id="{E906A8A9-DE4E-BCC8-05F0-4A14EE0BC45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42491" y="4592936"/>
            <a:ext cx="612579" cy="612579"/>
          </a:xfrm>
          <a:prstGeom prst="rect">
            <a:avLst/>
          </a:prstGeom>
        </p:spPr>
      </p:pic>
      <p:pic>
        <p:nvPicPr>
          <p:cNvPr id="247" name="Graphic 246" descr="Table outline">
            <a:extLst>
              <a:ext uri="{FF2B5EF4-FFF2-40B4-BE49-F238E27FC236}">
                <a16:creationId xmlns:a16="http://schemas.microsoft.com/office/drawing/2014/main" id="{02527111-6B7D-DD05-178A-2A7B41F9596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24828" y="4592936"/>
            <a:ext cx="612579" cy="612579"/>
          </a:xfrm>
          <a:prstGeom prst="rect">
            <a:avLst/>
          </a:prstGeom>
        </p:spPr>
      </p:pic>
      <p:sp>
        <p:nvSpPr>
          <p:cNvPr id="248" name="Abgerundetes Rechteck 86">
            <a:extLst>
              <a:ext uri="{FF2B5EF4-FFF2-40B4-BE49-F238E27FC236}">
                <a16:creationId xmlns:a16="http://schemas.microsoft.com/office/drawing/2014/main" id="{CD625EFE-9B50-BE68-CB8E-7300227E77D7}"/>
              </a:ext>
            </a:extLst>
          </p:cNvPr>
          <p:cNvSpPr/>
          <p:nvPr/>
        </p:nvSpPr>
        <p:spPr bwMode="gray">
          <a:xfrm>
            <a:off x="7581348" y="4323870"/>
            <a:ext cx="687121" cy="467088"/>
          </a:xfrm>
          <a:prstGeom prst="rect">
            <a:avLst/>
          </a:prstGeom>
          <a:noFill/>
          <a:ln w="9525" algn="ctr">
            <a:noFill/>
            <a:miter lim="800000"/>
            <a:headEnd/>
            <a:tailEnd/>
          </a:ln>
        </p:spPr>
        <p:txBody>
          <a:bodyPr lIns="89839" tIns="71867" rIns="89839" bIns="71867" rtlCol="0" anchor="ctr"/>
          <a:lstStyle/>
          <a:p>
            <a:pPr algn="ctr" defTabSz="1087470" fontAlgn="base">
              <a:spcBef>
                <a:spcPct val="50000"/>
              </a:spcBef>
              <a:spcAft>
                <a:spcPct val="0"/>
              </a:spcAft>
              <a:buClr>
                <a:srgbClr val="F0AB00"/>
              </a:buClr>
              <a:buSzPct val="80000"/>
              <a:defRPr/>
            </a:pPr>
            <a:r>
              <a:rPr lang="en-US" sz="1000" kern="0">
                <a:solidFill>
                  <a:srgbClr val="00144A"/>
                </a:solidFill>
                <a:latin typeface="72Brand-Book"/>
                <a:ea typeface="Arial Unicode MS" pitchFamily="34" charset="-128"/>
                <a:cs typeface="Arial Unicode MS" pitchFamily="34" charset="-128"/>
              </a:rPr>
              <a:t>Plan</a:t>
            </a:r>
          </a:p>
        </p:txBody>
      </p:sp>
      <p:cxnSp>
        <p:nvCxnSpPr>
          <p:cNvPr id="249" name="Straight Connector 248">
            <a:extLst>
              <a:ext uri="{FF2B5EF4-FFF2-40B4-BE49-F238E27FC236}">
                <a16:creationId xmlns:a16="http://schemas.microsoft.com/office/drawing/2014/main" id="{9911DA23-EBED-71CA-7F15-AE400AA8C6AF}"/>
              </a:ext>
            </a:extLst>
          </p:cNvPr>
          <p:cNvCxnSpPr>
            <a:cxnSpLocks/>
            <a:stCxn id="248" idx="0"/>
            <a:endCxn id="243" idx="2"/>
          </p:cNvCxnSpPr>
          <p:nvPr/>
        </p:nvCxnSpPr>
        <p:spPr>
          <a:xfrm flipH="1" flipV="1">
            <a:off x="7911959" y="3467187"/>
            <a:ext cx="0" cy="856683"/>
          </a:xfrm>
          <a:prstGeom prst="straightConnector1">
            <a:avLst/>
          </a:prstGeom>
          <a:noFill/>
          <a:ln w="10000" cap="flat" cmpd="sng" algn="ctr">
            <a:solidFill>
              <a:srgbClr val="00144A"/>
            </a:solidFill>
            <a:prstDash val="solid"/>
            <a:headEnd type="triangle" w="med" len="med"/>
            <a:tailEnd type="none" w="med" len="med"/>
          </a:ln>
          <a:effectLst/>
        </p:spPr>
      </p:cxnSp>
      <p:pic>
        <p:nvPicPr>
          <p:cNvPr id="253" name="Graphic 252" descr="Table outline">
            <a:extLst>
              <a:ext uri="{FF2B5EF4-FFF2-40B4-BE49-F238E27FC236}">
                <a16:creationId xmlns:a16="http://schemas.microsoft.com/office/drawing/2014/main" id="{191BFB8F-2A2C-0710-26C5-942FD3149E0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361321" y="4592936"/>
            <a:ext cx="612579" cy="612579"/>
          </a:xfrm>
          <a:prstGeom prst="rect">
            <a:avLst/>
          </a:prstGeom>
        </p:spPr>
      </p:pic>
      <p:sp>
        <p:nvSpPr>
          <p:cNvPr id="254" name="Abgerundetes Rechteck 86">
            <a:extLst>
              <a:ext uri="{FF2B5EF4-FFF2-40B4-BE49-F238E27FC236}">
                <a16:creationId xmlns:a16="http://schemas.microsoft.com/office/drawing/2014/main" id="{9D945C9E-FF3F-F3F8-6B41-7459F159750D}"/>
              </a:ext>
            </a:extLst>
          </p:cNvPr>
          <p:cNvSpPr/>
          <p:nvPr/>
        </p:nvSpPr>
        <p:spPr bwMode="gray">
          <a:xfrm>
            <a:off x="9326587" y="4323870"/>
            <a:ext cx="687121" cy="467088"/>
          </a:xfrm>
          <a:prstGeom prst="rect">
            <a:avLst/>
          </a:prstGeom>
          <a:noFill/>
          <a:ln w="9525" algn="ctr">
            <a:noFill/>
            <a:miter lim="800000"/>
            <a:headEnd/>
            <a:tailEnd/>
          </a:ln>
        </p:spPr>
        <p:txBody>
          <a:bodyPr lIns="89839" tIns="71867" rIns="89839" bIns="71867" rtlCol="0" anchor="ctr"/>
          <a:lstStyle/>
          <a:p>
            <a:pPr algn="ctr" defTabSz="1087470" fontAlgn="base">
              <a:spcBef>
                <a:spcPct val="50000"/>
              </a:spcBef>
              <a:spcAft>
                <a:spcPct val="0"/>
              </a:spcAft>
              <a:buClr>
                <a:srgbClr val="F0AB00"/>
              </a:buClr>
              <a:buSzPct val="80000"/>
              <a:defRPr/>
            </a:pPr>
            <a:r>
              <a:rPr lang="en-US" sz="1000" kern="0">
                <a:solidFill>
                  <a:srgbClr val="00144A"/>
                </a:solidFill>
                <a:latin typeface="72Brand-Book"/>
                <a:ea typeface="Arial Unicode MS" pitchFamily="34" charset="-128"/>
                <a:cs typeface="Arial Unicode MS" pitchFamily="34" charset="-128"/>
              </a:rPr>
              <a:t>Plan</a:t>
            </a:r>
          </a:p>
        </p:txBody>
      </p:sp>
      <p:cxnSp>
        <p:nvCxnSpPr>
          <p:cNvPr id="255" name="Straight Connector 248">
            <a:extLst>
              <a:ext uri="{FF2B5EF4-FFF2-40B4-BE49-F238E27FC236}">
                <a16:creationId xmlns:a16="http://schemas.microsoft.com/office/drawing/2014/main" id="{D8DAB408-5A23-725C-9CB7-FEB039B45813}"/>
              </a:ext>
            </a:extLst>
          </p:cNvPr>
          <p:cNvCxnSpPr>
            <a:cxnSpLocks/>
            <a:stCxn id="254" idx="0"/>
            <a:endCxn id="244" idx="2"/>
          </p:cNvCxnSpPr>
          <p:nvPr/>
        </p:nvCxnSpPr>
        <p:spPr>
          <a:xfrm rot="5400000" flipH="1" flipV="1">
            <a:off x="9610085" y="3527250"/>
            <a:ext cx="856683" cy="736559"/>
          </a:xfrm>
          <a:prstGeom prst="bentConnector3">
            <a:avLst>
              <a:gd name="adj1" fmla="val 41848"/>
            </a:avLst>
          </a:prstGeom>
          <a:noFill/>
          <a:ln w="10000" cap="flat" cmpd="sng" algn="ctr">
            <a:solidFill>
              <a:srgbClr val="00144A"/>
            </a:solidFill>
            <a:prstDash val="solid"/>
            <a:headEnd type="triangle" w="med" len="med"/>
            <a:tailEnd type="none" w="med" len="med"/>
          </a:ln>
          <a:effectLst/>
        </p:spPr>
      </p:cxnSp>
      <p:pic>
        <p:nvPicPr>
          <p:cNvPr id="256" name="Graphic 255" descr="Table outline">
            <a:extLst>
              <a:ext uri="{FF2B5EF4-FFF2-40B4-BE49-F238E27FC236}">
                <a16:creationId xmlns:a16="http://schemas.microsoft.com/office/drawing/2014/main" id="{8A1873F8-058F-68F0-6F17-2BA28795A96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839512" y="4592936"/>
            <a:ext cx="612579" cy="612579"/>
          </a:xfrm>
          <a:prstGeom prst="rect">
            <a:avLst/>
          </a:prstGeom>
        </p:spPr>
      </p:pic>
      <p:cxnSp>
        <p:nvCxnSpPr>
          <p:cNvPr id="263" name="Straight Connector 248">
            <a:extLst>
              <a:ext uri="{FF2B5EF4-FFF2-40B4-BE49-F238E27FC236}">
                <a16:creationId xmlns:a16="http://schemas.microsoft.com/office/drawing/2014/main" id="{D01BCC67-8FB9-3730-FBAC-BFA7DE9293EE}"/>
              </a:ext>
            </a:extLst>
          </p:cNvPr>
          <p:cNvCxnSpPr>
            <a:cxnSpLocks/>
            <a:stCxn id="210" idx="0"/>
          </p:cNvCxnSpPr>
          <p:nvPr/>
        </p:nvCxnSpPr>
        <p:spPr>
          <a:xfrm rot="5400000" flipH="1" flipV="1">
            <a:off x="7339716" y="3751627"/>
            <a:ext cx="368327" cy="776160"/>
          </a:xfrm>
          <a:prstGeom prst="bentConnector2">
            <a:avLst/>
          </a:prstGeom>
          <a:noFill/>
          <a:ln w="10000" cap="flat" cmpd="sng" algn="ctr">
            <a:solidFill>
              <a:srgbClr val="00144A"/>
            </a:solidFill>
            <a:prstDash val="dash"/>
            <a:headEnd type="none" w="med" len="med"/>
            <a:tailEnd type="none" w="med" len="med"/>
          </a:ln>
          <a:effectLst/>
        </p:spPr>
      </p:cxnSp>
      <p:cxnSp>
        <p:nvCxnSpPr>
          <p:cNvPr id="268" name="Straight Connector 248">
            <a:extLst>
              <a:ext uri="{FF2B5EF4-FFF2-40B4-BE49-F238E27FC236}">
                <a16:creationId xmlns:a16="http://schemas.microsoft.com/office/drawing/2014/main" id="{77792761-7B18-E68F-2521-CCEB5839F48E}"/>
              </a:ext>
            </a:extLst>
          </p:cNvPr>
          <p:cNvCxnSpPr>
            <a:cxnSpLocks/>
            <a:stCxn id="161" idx="0"/>
          </p:cNvCxnSpPr>
          <p:nvPr/>
        </p:nvCxnSpPr>
        <p:spPr>
          <a:xfrm rot="16200000" flipV="1">
            <a:off x="10583879" y="3774875"/>
            <a:ext cx="359906" cy="738083"/>
          </a:xfrm>
          <a:prstGeom prst="bentConnector2">
            <a:avLst/>
          </a:prstGeom>
          <a:noFill/>
          <a:ln w="10000" cap="flat" cmpd="sng" algn="ctr">
            <a:solidFill>
              <a:srgbClr val="00144A"/>
            </a:solidFill>
            <a:prstDash val="dash"/>
            <a:headEnd type="none" w="med" len="med"/>
            <a:tailEnd type="none" w="med" len="med"/>
          </a:ln>
          <a:effectLst/>
        </p:spPr>
      </p:cxnSp>
      <p:cxnSp>
        <p:nvCxnSpPr>
          <p:cNvPr id="271" name="Straight Connector 248">
            <a:extLst>
              <a:ext uri="{FF2B5EF4-FFF2-40B4-BE49-F238E27FC236}">
                <a16:creationId xmlns:a16="http://schemas.microsoft.com/office/drawing/2014/main" id="{A4DFCFE9-FDE1-919A-34A5-C5AD4517EB56}"/>
              </a:ext>
            </a:extLst>
          </p:cNvPr>
          <p:cNvCxnSpPr>
            <a:cxnSpLocks/>
          </p:cNvCxnSpPr>
          <p:nvPr/>
        </p:nvCxnSpPr>
        <p:spPr>
          <a:xfrm rot="16200000" flipV="1">
            <a:off x="8143295" y="3724206"/>
            <a:ext cx="359906" cy="822580"/>
          </a:xfrm>
          <a:prstGeom prst="bentConnector2">
            <a:avLst/>
          </a:prstGeom>
          <a:noFill/>
          <a:ln w="10000" cap="flat" cmpd="sng" algn="ctr">
            <a:solidFill>
              <a:srgbClr val="00144A"/>
            </a:solidFill>
            <a:prstDash val="dash"/>
            <a:headEnd type="none" w="med" len="med"/>
            <a:tailEnd type="none" w="med" len="med"/>
          </a:ln>
          <a:effectLst/>
        </p:spPr>
      </p:cxnSp>
      <p:pic>
        <p:nvPicPr>
          <p:cNvPr id="279" name="Graphic 278" descr="Share outline">
            <a:extLst>
              <a:ext uri="{FF2B5EF4-FFF2-40B4-BE49-F238E27FC236}">
                <a16:creationId xmlns:a16="http://schemas.microsoft.com/office/drawing/2014/main" id="{AAC28DFC-9733-1668-8E08-846ABA6CB3A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589048" y="4403299"/>
            <a:ext cx="290979" cy="290979"/>
          </a:xfrm>
          <a:prstGeom prst="rect">
            <a:avLst/>
          </a:prstGeom>
        </p:spPr>
      </p:pic>
      <p:sp>
        <p:nvSpPr>
          <p:cNvPr id="284" name="Abgerundetes Rechteck 86">
            <a:extLst>
              <a:ext uri="{FF2B5EF4-FFF2-40B4-BE49-F238E27FC236}">
                <a16:creationId xmlns:a16="http://schemas.microsoft.com/office/drawing/2014/main" id="{99F832D5-D5CA-51B2-326F-F2E7D163607A}"/>
              </a:ext>
            </a:extLst>
          </p:cNvPr>
          <p:cNvSpPr/>
          <p:nvPr/>
        </p:nvSpPr>
        <p:spPr bwMode="gray">
          <a:xfrm>
            <a:off x="10028919" y="4979898"/>
            <a:ext cx="835450" cy="467088"/>
          </a:xfrm>
          <a:prstGeom prst="rect">
            <a:avLst/>
          </a:prstGeom>
          <a:noFill/>
          <a:ln w="9525" algn="ctr">
            <a:noFill/>
            <a:miter lim="800000"/>
            <a:headEnd/>
            <a:tailEnd/>
          </a:ln>
        </p:spPr>
        <p:txBody>
          <a:bodyPr lIns="89839" tIns="71867" rIns="89839" bIns="71867" rtlCol="0" anchor="ctr"/>
          <a:lstStyle/>
          <a:p>
            <a:pPr algn="ctr" defTabSz="1087470" fontAlgn="base">
              <a:spcBef>
                <a:spcPct val="50000"/>
              </a:spcBef>
              <a:spcAft>
                <a:spcPct val="0"/>
              </a:spcAft>
              <a:buClr>
                <a:srgbClr val="F0AB00"/>
              </a:buClr>
              <a:buSzPct val="80000"/>
              <a:defRPr/>
            </a:pPr>
            <a:r>
              <a:rPr lang="en-US" sz="1000" kern="0">
                <a:solidFill>
                  <a:srgbClr val="00144A"/>
                </a:solidFill>
                <a:latin typeface="72Brand-Book"/>
                <a:ea typeface="Arial Unicode MS" pitchFamily="34" charset="-128"/>
                <a:cs typeface="Arial Unicode MS" pitchFamily="34" charset="-128"/>
              </a:rPr>
              <a:t>Workforce </a:t>
            </a:r>
          </a:p>
        </p:txBody>
      </p:sp>
      <p:sp>
        <p:nvSpPr>
          <p:cNvPr id="285" name="Abgerundetes Rechteck 86">
            <a:extLst>
              <a:ext uri="{FF2B5EF4-FFF2-40B4-BE49-F238E27FC236}">
                <a16:creationId xmlns:a16="http://schemas.microsoft.com/office/drawing/2014/main" id="{60BE0218-7F81-6D3C-8002-AAB2847806A4}"/>
              </a:ext>
            </a:extLst>
          </p:cNvPr>
          <p:cNvSpPr/>
          <p:nvPr/>
        </p:nvSpPr>
        <p:spPr bwMode="gray">
          <a:xfrm>
            <a:off x="7603020" y="4979898"/>
            <a:ext cx="687121" cy="467088"/>
          </a:xfrm>
          <a:prstGeom prst="rect">
            <a:avLst/>
          </a:prstGeom>
          <a:noFill/>
          <a:ln w="9525" algn="ctr">
            <a:noFill/>
            <a:miter lim="800000"/>
            <a:headEnd/>
            <a:tailEnd/>
          </a:ln>
        </p:spPr>
        <p:txBody>
          <a:bodyPr lIns="89839" tIns="71867" rIns="89839" bIns="71867" rtlCol="0" anchor="ctr"/>
          <a:lstStyle/>
          <a:p>
            <a:pPr algn="ctr" defTabSz="1087470" fontAlgn="base">
              <a:spcBef>
                <a:spcPct val="50000"/>
              </a:spcBef>
              <a:spcAft>
                <a:spcPct val="0"/>
              </a:spcAft>
              <a:buClr>
                <a:srgbClr val="F0AB00"/>
              </a:buClr>
              <a:buSzPct val="80000"/>
              <a:defRPr/>
            </a:pPr>
            <a:r>
              <a:rPr lang="en-US" sz="1000" kern="0">
                <a:solidFill>
                  <a:srgbClr val="00144A"/>
                </a:solidFill>
                <a:latin typeface="72Brand-Book"/>
                <a:ea typeface="Arial Unicode MS" pitchFamily="34" charset="-128"/>
                <a:cs typeface="Arial Unicode MS" pitchFamily="34" charset="-128"/>
              </a:rPr>
              <a:t>Finance </a:t>
            </a:r>
          </a:p>
        </p:txBody>
      </p:sp>
      <p:pic>
        <p:nvPicPr>
          <p:cNvPr id="289" name="Graphic 288" descr="Table outline">
            <a:extLst>
              <a:ext uri="{FF2B5EF4-FFF2-40B4-BE49-F238E27FC236}">
                <a16:creationId xmlns:a16="http://schemas.microsoft.com/office/drawing/2014/main" id="{E84D5904-E611-3705-6A02-628C4D00B16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445448" y="4592936"/>
            <a:ext cx="612579" cy="612579"/>
          </a:xfrm>
          <a:prstGeom prst="rect">
            <a:avLst/>
          </a:prstGeom>
        </p:spPr>
      </p:pic>
      <p:cxnSp>
        <p:nvCxnSpPr>
          <p:cNvPr id="296" name="Straight Arrow Connector 295">
            <a:extLst>
              <a:ext uri="{FF2B5EF4-FFF2-40B4-BE49-F238E27FC236}">
                <a16:creationId xmlns:a16="http://schemas.microsoft.com/office/drawing/2014/main" id="{8A6DD938-71A5-69AF-9A1A-80F02647EE45}"/>
              </a:ext>
            </a:extLst>
          </p:cNvPr>
          <p:cNvCxnSpPr/>
          <p:nvPr/>
        </p:nvCxnSpPr>
        <p:spPr>
          <a:xfrm flipH="1">
            <a:off x="9058027" y="4899224"/>
            <a:ext cx="287925" cy="0"/>
          </a:xfrm>
          <a:prstGeom prst="straightConnector1">
            <a:avLst/>
          </a:prstGeom>
          <a:noFill/>
          <a:ln w="10000" cap="flat" cmpd="sng" algn="ctr">
            <a:solidFill>
              <a:srgbClr val="00144A"/>
            </a:solidFill>
            <a:prstDash val="solid"/>
            <a:headEnd type="none" w="med" len="med"/>
            <a:tailEnd type="triangle" w="med" len="med"/>
          </a:ln>
          <a:effectLst/>
        </p:spPr>
      </p:cxnSp>
      <p:sp>
        <p:nvSpPr>
          <p:cNvPr id="316" name="Abgerundetes Rechteck 86">
            <a:extLst>
              <a:ext uri="{FF2B5EF4-FFF2-40B4-BE49-F238E27FC236}">
                <a16:creationId xmlns:a16="http://schemas.microsoft.com/office/drawing/2014/main" id="{CF1239C1-DDFC-1A7C-BE94-1E8098DA55F5}"/>
              </a:ext>
            </a:extLst>
          </p:cNvPr>
          <p:cNvSpPr/>
          <p:nvPr/>
        </p:nvSpPr>
        <p:spPr bwMode="gray">
          <a:xfrm>
            <a:off x="9035510" y="4955575"/>
            <a:ext cx="348349" cy="147973"/>
          </a:xfrm>
          <a:prstGeom prst="rect">
            <a:avLst/>
          </a:prstGeom>
          <a:solidFill>
            <a:srgbClr val="EBF8FF"/>
          </a:solidFill>
          <a:ln w="9525" algn="ctr">
            <a:noFill/>
            <a:miter lim="800000"/>
            <a:headEnd/>
            <a:tailEnd/>
          </a:ln>
        </p:spPr>
        <p:txBody>
          <a:bodyPr lIns="35991" tIns="35991" rIns="35991" bIns="35991" rtlCol="0" anchor="ctr"/>
          <a:lstStyle/>
          <a:p>
            <a:pPr algn="ctr" defTabSz="1087470" fontAlgn="base">
              <a:spcBef>
                <a:spcPct val="50000"/>
              </a:spcBef>
              <a:spcAft>
                <a:spcPct val="0"/>
              </a:spcAft>
              <a:buClr>
                <a:srgbClr val="F0AB00"/>
              </a:buClr>
              <a:buSzPct val="80000"/>
              <a:defRPr/>
            </a:pPr>
            <a:r>
              <a:rPr lang="en-US" sz="800" kern="0">
                <a:solidFill>
                  <a:srgbClr val="00144A"/>
                </a:solidFill>
                <a:latin typeface="72Brand-Book"/>
                <a:ea typeface="Arial Unicode MS" pitchFamily="34" charset="-128"/>
                <a:cs typeface="Arial Unicode MS" pitchFamily="34" charset="-128"/>
              </a:rPr>
              <a:t>Share</a:t>
            </a:r>
          </a:p>
        </p:txBody>
      </p:sp>
    </p:spTree>
    <p:custDataLst>
      <p:custData r:id="rId1"/>
      <p:custData r:id="rId2"/>
    </p:custDataLst>
    <p:extLst>
      <p:ext uri="{BB962C8B-B14F-4D97-AF65-F5344CB8AC3E}">
        <p14:creationId xmlns:p14="http://schemas.microsoft.com/office/powerpoint/2010/main" val="3602749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9561C7-F481-5265-9B1F-A194BD5929F8}"/>
              </a:ext>
            </a:extLst>
          </p:cNvPr>
          <p:cNvSpPr>
            <a:spLocks noGrp="1"/>
          </p:cNvSpPr>
          <p:nvPr>
            <p:ph type="body" sz="quarter" idx="10"/>
          </p:nvPr>
        </p:nvSpPr>
        <p:spPr/>
        <p:txBody>
          <a:bodyPr/>
          <a:lstStyle/>
          <a:p>
            <a:r>
              <a:rPr lang="en-US" dirty="0"/>
              <a:t>Teaching you technical skills. After this exercise you shall know how to…</a:t>
            </a:r>
          </a:p>
          <a:p>
            <a:pPr lvl="1"/>
            <a:r>
              <a:rPr lang="en-US" dirty="0"/>
              <a:t>…use seamless planning</a:t>
            </a:r>
          </a:p>
          <a:p>
            <a:pPr lvl="1"/>
            <a:r>
              <a:rPr lang="en-US" dirty="0"/>
              <a:t>…re-use content from SAP Datasphere to build a planning model</a:t>
            </a:r>
          </a:p>
          <a:p>
            <a:pPr lvl="1"/>
            <a:r>
              <a:rPr lang="en-US" dirty="0"/>
              <a:t>…use live versions</a:t>
            </a:r>
          </a:p>
          <a:p>
            <a:pPr lvl="1"/>
            <a:r>
              <a:rPr lang="en-US" dirty="0"/>
              <a:t>…build basic graphical views in SAP Datasphere</a:t>
            </a:r>
          </a:p>
          <a:p>
            <a:pPr lvl="1"/>
            <a:r>
              <a:rPr lang="en-US" dirty="0"/>
              <a:t>…build basic analytic models in SAP Datasphere </a:t>
            </a:r>
          </a:p>
          <a:p>
            <a:r>
              <a:rPr lang="en-US" dirty="0"/>
              <a:t>Showcasing the business value of seamless planning for real-time steering, extended planning &amp; analysis and modeling efficiency</a:t>
            </a:r>
          </a:p>
          <a:p>
            <a:pPr marL="0" lvl="1" indent="0">
              <a:buNone/>
            </a:pPr>
            <a:endParaRPr lang="en-US" dirty="0"/>
          </a:p>
        </p:txBody>
      </p:sp>
      <p:sp>
        <p:nvSpPr>
          <p:cNvPr id="3" name="Title 2">
            <a:extLst>
              <a:ext uri="{FF2B5EF4-FFF2-40B4-BE49-F238E27FC236}">
                <a16:creationId xmlns:a16="http://schemas.microsoft.com/office/drawing/2014/main" id="{844A050B-57A2-9455-6973-3918197A7811}"/>
              </a:ext>
            </a:extLst>
          </p:cNvPr>
          <p:cNvSpPr>
            <a:spLocks noGrp="1"/>
          </p:cNvSpPr>
          <p:nvPr>
            <p:ph type="title"/>
          </p:nvPr>
        </p:nvSpPr>
        <p:spPr/>
        <p:txBody>
          <a:bodyPr/>
          <a:lstStyle/>
          <a:p>
            <a:r>
              <a:rPr lang="en-US" dirty="0"/>
              <a:t>Objectives</a:t>
            </a:r>
          </a:p>
        </p:txBody>
      </p:sp>
    </p:spTree>
    <p:extLst>
      <p:ext uri="{BB962C8B-B14F-4D97-AF65-F5344CB8AC3E}">
        <p14:creationId xmlns:p14="http://schemas.microsoft.com/office/powerpoint/2010/main" val="1642327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38926-D540-E99B-A763-401B936CBD8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6ACC590-9470-99A5-66B6-B9485916D127}"/>
              </a:ext>
            </a:extLst>
          </p:cNvPr>
          <p:cNvSpPr>
            <a:spLocks noGrp="1"/>
          </p:cNvSpPr>
          <p:nvPr>
            <p:ph type="body" sz="quarter" idx="10"/>
          </p:nvPr>
        </p:nvSpPr>
        <p:spPr/>
        <p:txBody>
          <a:bodyPr/>
          <a:lstStyle/>
          <a:p>
            <a:r>
              <a:rPr lang="en-US" dirty="0"/>
              <a:t>Assumed knowledge</a:t>
            </a:r>
          </a:p>
          <a:p>
            <a:pPr lvl="1"/>
            <a:r>
              <a:rPr lang="en-US" dirty="0"/>
              <a:t>Basic modeling and story building in SAP Analytics Cloud</a:t>
            </a:r>
          </a:p>
          <a:p>
            <a:pPr lvl="1"/>
            <a:r>
              <a:rPr lang="en-US" dirty="0"/>
              <a:t>Basic knowledge of SAP Datasphere concepts</a:t>
            </a:r>
          </a:p>
          <a:p>
            <a:pPr lvl="1"/>
            <a:r>
              <a:rPr lang="en-US" dirty="0"/>
              <a:t>Understanding of seamless planning</a:t>
            </a:r>
          </a:p>
          <a:p>
            <a:r>
              <a:rPr lang="en-US" dirty="0"/>
              <a:t>We will abstract away from some of the complexity that such a use case would normally bring, e.g.</a:t>
            </a:r>
          </a:p>
          <a:p>
            <a:pPr lvl="1"/>
            <a:r>
              <a:rPr lang="en-US" dirty="0"/>
              <a:t>We will work in one planning model</a:t>
            </a:r>
          </a:p>
          <a:p>
            <a:pPr lvl="1"/>
            <a:r>
              <a:rPr lang="en-US" dirty="0"/>
              <a:t>We will work with a small set of dimensions</a:t>
            </a:r>
          </a:p>
          <a:p>
            <a:pPr lvl="1"/>
            <a:r>
              <a:rPr lang="en-US" dirty="0"/>
              <a:t>We will work with a simplified master data table w/o text tables, directories etc. (but, with time dependency)</a:t>
            </a:r>
          </a:p>
          <a:p>
            <a:pPr lvl="1"/>
            <a:r>
              <a:rPr lang="en-US" dirty="0"/>
              <a:t>We will ignore multi-currency</a:t>
            </a:r>
          </a:p>
          <a:p>
            <a:pPr lvl="1"/>
            <a:r>
              <a:rPr lang="en-US" dirty="0"/>
              <a:t>We will use simplified, central planning assumptions</a:t>
            </a:r>
          </a:p>
          <a:p>
            <a:endParaRPr lang="en-US" dirty="0"/>
          </a:p>
          <a:p>
            <a:endParaRPr lang="en-US" dirty="0"/>
          </a:p>
        </p:txBody>
      </p:sp>
      <p:sp>
        <p:nvSpPr>
          <p:cNvPr id="3" name="Title 2">
            <a:extLst>
              <a:ext uri="{FF2B5EF4-FFF2-40B4-BE49-F238E27FC236}">
                <a16:creationId xmlns:a16="http://schemas.microsoft.com/office/drawing/2014/main" id="{D67147D5-0BEC-C973-2BD1-D45FD477CD38}"/>
              </a:ext>
            </a:extLst>
          </p:cNvPr>
          <p:cNvSpPr>
            <a:spLocks noGrp="1"/>
          </p:cNvSpPr>
          <p:nvPr>
            <p:ph type="title"/>
          </p:nvPr>
        </p:nvSpPr>
        <p:spPr/>
        <p:txBody>
          <a:bodyPr/>
          <a:lstStyle/>
          <a:p>
            <a:r>
              <a:rPr lang="en-US" dirty="0"/>
              <a:t>Remarks</a:t>
            </a:r>
          </a:p>
        </p:txBody>
      </p:sp>
    </p:spTree>
    <p:extLst>
      <p:ext uri="{BB962C8B-B14F-4D97-AF65-F5344CB8AC3E}">
        <p14:creationId xmlns:p14="http://schemas.microsoft.com/office/powerpoint/2010/main" val="3855613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 name="think-cell data - do not delete" hidden="1">
            <a:extLst>
              <a:ext uri="{FF2B5EF4-FFF2-40B4-BE49-F238E27FC236}">
                <a16:creationId xmlns:a16="http://schemas.microsoft.com/office/drawing/2014/main" id="{172103A9-DE18-6410-B39A-D35B16EFA2B8}"/>
              </a:ext>
            </a:extLst>
          </p:cNvPr>
          <p:cNvGraphicFramePr>
            <a:graphicFrameLocks noChangeAspect="1"/>
          </p:cNvGraphicFramePr>
          <p:nvPr>
            <p:custDataLst>
              <p:tags r:id="rId1"/>
            </p:custDataLst>
          </p:nvPr>
        </p:nvGraphicFramePr>
        <p:xfrm>
          <a:off x="1588" y="2480"/>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83" name="think-cell data - do not delete" hidden="1">
                        <a:extLst>
                          <a:ext uri="{FF2B5EF4-FFF2-40B4-BE49-F238E27FC236}">
                            <a16:creationId xmlns:a16="http://schemas.microsoft.com/office/drawing/2014/main" id="{172103A9-DE18-6410-B39A-D35B16EFA2B8}"/>
                          </a:ext>
                        </a:extLst>
                      </p:cNvPr>
                      <p:cNvPicPr/>
                      <p:nvPr/>
                    </p:nvPicPr>
                    <p:blipFill>
                      <a:blip r:embed="rId5"/>
                      <a:stretch>
                        <a:fillRect/>
                      </a:stretch>
                    </p:blipFill>
                    <p:spPr>
                      <a:xfrm>
                        <a:off x="1588" y="2480"/>
                        <a:ext cx="1588" cy="1588"/>
                      </a:xfrm>
                      <a:prstGeom prst="rect">
                        <a:avLst/>
                      </a:prstGeom>
                    </p:spPr>
                  </p:pic>
                </p:oleObj>
              </mc:Fallback>
            </mc:AlternateContent>
          </a:graphicData>
        </a:graphic>
      </p:graphicFrame>
      <p:sp>
        <p:nvSpPr>
          <p:cNvPr id="8" name="Rounded Rectangle 23">
            <a:extLst>
              <a:ext uri="{FF2B5EF4-FFF2-40B4-BE49-F238E27FC236}">
                <a16:creationId xmlns:a16="http://schemas.microsoft.com/office/drawing/2014/main" id="{D083A048-4B05-DA64-EFB7-E20CD039A0D7}"/>
              </a:ext>
            </a:extLst>
          </p:cNvPr>
          <p:cNvSpPr/>
          <p:nvPr/>
        </p:nvSpPr>
        <p:spPr bwMode="gray">
          <a:xfrm>
            <a:off x="970266" y="2196470"/>
            <a:ext cx="10372648" cy="920205"/>
          </a:xfrm>
          <a:prstGeom prst="roundRect">
            <a:avLst>
              <a:gd name="adj" fmla="val 12934"/>
            </a:avLst>
          </a:prstGeom>
          <a:solidFill>
            <a:srgbClr val="D1EFFF"/>
          </a:solidFill>
          <a:ln w="9525" algn="ctr">
            <a:noFill/>
            <a:miter lim="800000"/>
            <a:headEnd/>
            <a:tailEnd/>
          </a:ln>
        </p:spPr>
        <p:txBody>
          <a:bodyPr lIns="89954" tIns="71943" rIns="89931" bIns="71943" rtlCol="0" anchor="ctr" anchorCtr="0"/>
          <a:lstStyle/>
          <a:p>
            <a:pPr defTabSz="913578" fontAlgn="base">
              <a:spcBef>
                <a:spcPct val="50000"/>
              </a:spcBef>
              <a:spcAft>
                <a:spcPct val="0"/>
              </a:spcAft>
              <a:buClr>
                <a:srgbClr val="F0AB00"/>
              </a:buClr>
              <a:buSzPct val="80000"/>
            </a:pPr>
            <a:r>
              <a:rPr lang="en-US" sz="1100" kern="0" dirty="0">
                <a:solidFill>
                  <a:srgbClr val="00144A"/>
                </a:solidFill>
                <a:latin typeface="72 Brand Medium" panose="020B0504030603020204" pitchFamily="34" charset="0"/>
                <a:ea typeface="Arial Unicode MS" pitchFamily="34" charset="-128"/>
                <a:cs typeface="Arial Unicode MS" pitchFamily="34" charset="-128"/>
              </a:rPr>
              <a:t>SAP Analytics Cloud</a:t>
            </a:r>
            <a:endParaRPr lang="en-US" sz="800" kern="0" dirty="0">
              <a:solidFill>
                <a:srgbClr val="00144A"/>
              </a:solidFill>
              <a:latin typeface="72 Brand" panose="020B0504030603020204" pitchFamily="34" charset="0"/>
              <a:ea typeface="Arial Unicode MS" pitchFamily="34" charset="-128"/>
              <a:cs typeface="Arial Unicode MS" pitchFamily="34" charset="-128"/>
            </a:endParaRPr>
          </a:p>
        </p:txBody>
      </p:sp>
      <p:sp>
        <p:nvSpPr>
          <p:cNvPr id="38" name="Rounded Rectangle 23">
            <a:extLst>
              <a:ext uri="{FF2B5EF4-FFF2-40B4-BE49-F238E27FC236}">
                <a16:creationId xmlns:a16="http://schemas.microsoft.com/office/drawing/2014/main" id="{731E580D-1D0B-120C-007B-8B0D79CD5135}"/>
              </a:ext>
            </a:extLst>
          </p:cNvPr>
          <p:cNvSpPr/>
          <p:nvPr/>
        </p:nvSpPr>
        <p:spPr bwMode="gray">
          <a:xfrm>
            <a:off x="970266" y="5804482"/>
            <a:ext cx="2690726" cy="735012"/>
          </a:xfrm>
          <a:prstGeom prst="roundRect">
            <a:avLst>
              <a:gd name="adj" fmla="val 18092"/>
            </a:avLst>
          </a:prstGeom>
          <a:solidFill>
            <a:schemeClr val="bg1"/>
          </a:solidFill>
          <a:ln w="9525" algn="ctr">
            <a:solidFill>
              <a:schemeClr val="tx2"/>
            </a:solidFill>
            <a:prstDash val="dash"/>
            <a:miter lim="800000"/>
            <a:headEnd/>
            <a:tailEnd/>
          </a:ln>
          <a:effectLst/>
        </p:spPr>
        <p:txBody>
          <a:bodyPr lIns="89977" tIns="45708" rIns="89954" bIns="71962" rtlCol="0" anchor="ctr"/>
          <a:lstStyle/>
          <a:p>
            <a:pPr defTabSz="913852" fontAlgn="base">
              <a:spcAft>
                <a:spcPct val="0"/>
              </a:spcAft>
              <a:buClr>
                <a:srgbClr val="F0AB00"/>
              </a:buClr>
              <a:buSzPct val="80000"/>
            </a:pPr>
            <a:r>
              <a:rPr lang="en-US" sz="1100" kern="0" dirty="0">
                <a:solidFill>
                  <a:srgbClr val="00185A"/>
                </a:solidFill>
                <a:latin typeface="72 Brand Medium"/>
                <a:ea typeface="Arial Unicode MS" pitchFamily="34" charset="-128"/>
                <a:cs typeface="Arial Unicode MS" pitchFamily="34" charset="-128"/>
              </a:rPr>
              <a:t>Source </a:t>
            </a:r>
            <a:br>
              <a:rPr lang="en-US" sz="1100" kern="0" dirty="0">
                <a:solidFill>
                  <a:srgbClr val="00185A"/>
                </a:solidFill>
                <a:latin typeface="72 Brand Medium"/>
                <a:ea typeface="Arial Unicode MS" pitchFamily="34" charset="-128"/>
                <a:cs typeface="Arial Unicode MS" pitchFamily="34" charset="-128"/>
              </a:rPr>
            </a:br>
            <a:r>
              <a:rPr lang="en-US" sz="1100" kern="0" dirty="0">
                <a:solidFill>
                  <a:srgbClr val="00185A"/>
                </a:solidFill>
                <a:latin typeface="72 Brand Medium"/>
                <a:ea typeface="Arial Unicode MS" pitchFamily="34" charset="-128"/>
                <a:cs typeface="Arial Unicode MS" pitchFamily="34" charset="-128"/>
              </a:rPr>
              <a:t>Systems</a:t>
            </a:r>
            <a:endParaRPr lang="en-US" sz="900" kern="0" dirty="0">
              <a:solidFill>
                <a:srgbClr val="00185A"/>
              </a:solidFill>
              <a:latin typeface="72 Brand"/>
              <a:ea typeface="Arial Unicode MS" pitchFamily="34" charset="-128"/>
              <a:cs typeface="Arial Unicode MS" pitchFamily="34" charset="-128"/>
            </a:endParaRPr>
          </a:p>
        </p:txBody>
      </p:sp>
      <p:sp>
        <p:nvSpPr>
          <p:cNvPr id="40" name="Rounded Rectangle 7">
            <a:extLst>
              <a:ext uri="{FF2B5EF4-FFF2-40B4-BE49-F238E27FC236}">
                <a16:creationId xmlns:a16="http://schemas.microsoft.com/office/drawing/2014/main" id="{B041C4BA-B71A-27C5-FCA3-06A282E27118}"/>
              </a:ext>
            </a:extLst>
          </p:cNvPr>
          <p:cNvSpPr/>
          <p:nvPr/>
        </p:nvSpPr>
        <p:spPr bwMode="gray">
          <a:xfrm>
            <a:off x="2265154" y="6109508"/>
            <a:ext cx="959126" cy="179953"/>
          </a:xfrm>
          <a:prstGeom prst="roundRect">
            <a:avLst>
              <a:gd name="adj" fmla="val 15119"/>
            </a:avLst>
          </a:prstGeom>
          <a:solidFill>
            <a:srgbClr val="D1EFFF"/>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800" kern="0" dirty="0">
                <a:solidFill>
                  <a:srgbClr val="002A86"/>
                </a:solidFill>
                <a:latin typeface="72 Brand"/>
                <a:ea typeface="Arial Unicode MS" pitchFamily="34" charset="-128"/>
                <a:cs typeface="Arial Unicode MS" pitchFamily="34" charset="-128"/>
              </a:rPr>
              <a:t>S/4HANA PCE</a:t>
            </a:r>
          </a:p>
        </p:txBody>
      </p:sp>
      <p:sp>
        <p:nvSpPr>
          <p:cNvPr id="45" name="Rounded Rectangle 23">
            <a:extLst>
              <a:ext uri="{FF2B5EF4-FFF2-40B4-BE49-F238E27FC236}">
                <a16:creationId xmlns:a16="http://schemas.microsoft.com/office/drawing/2014/main" id="{7796C9CA-4A09-5AA2-96F1-CA5030643D87}"/>
              </a:ext>
            </a:extLst>
          </p:cNvPr>
          <p:cNvSpPr/>
          <p:nvPr/>
        </p:nvSpPr>
        <p:spPr bwMode="gray">
          <a:xfrm>
            <a:off x="970267" y="4786741"/>
            <a:ext cx="2690726" cy="882808"/>
          </a:xfrm>
          <a:prstGeom prst="roundRect">
            <a:avLst>
              <a:gd name="adj" fmla="val 12934"/>
            </a:avLst>
          </a:prstGeom>
          <a:solidFill>
            <a:schemeClr val="bg1"/>
          </a:solidFill>
          <a:ln w="9525" algn="ctr">
            <a:solidFill>
              <a:schemeClr val="tx2"/>
            </a:solidFill>
            <a:prstDash val="dash"/>
            <a:miter lim="800000"/>
            <a:headEnd/>
            <a:tailEnd/>
          </a:ln>
          <a:effectLst/>
        </p:spPr>
        <p:txBody>
          <a:bodyPr lIns="89977" tIns="45708" rIns="89954" bIns="71962" rtlCol="0" anchor="ctr"/>
          <a:lstStyle/>
          <a:p>
            <a:pPr defTabSz="913852" fontAlgn="base">
              <a:spcAft>
                <a:spcPct val="0"/>
              </a:spcAft>
              <a:buClr>
                <a:srgbClr val="F0AB00"/>
              </a:buClr>
              <a:buSzPct val="80000"/>
            </a:pPr>
            <a:r>
              <a:rPr lang="en-US" sz="1100" kern="0" dirty="0">
                <a:solidFill>
                  <a:srgbClr val="00185A"/>
                </a:solidFill>
                <a:latin typeface="72 Brand Medium"/>
                <a:ea typeface="Arial Unicode MS" pitchFamily="34" charset="-128"/>
                <a:cs typeface="Arial Unicode MS" pitchFamily="34" charset="-128"/>
              </a:rPr>
              <a:t>Object Store</a:t>
            </a:r>
          </a:p>
        </p:txBody>
      </p:sp>
      <p:sp>
        <p:nvSpPr>
          <p:cNvPr id="49" name="Rounded Rectangle 35">
            <a:extLst>
              <a:ext uri="{FF2B5EF4-FFF2-40B4-BE49-F238E27FC236}">
                <a16:creationId xmlns:a16="http://schemas.microsoft.com/office/drawing/2014/main" id="{1C9BA012-A8BA-E6D9-88D7-50FBEDAD8B6E}"/>
              </a:ext>
            </a:extLst>
          </p:cNvPr>
          <p:cNvSpPr/>
          <p:nvPr/>
        </p:nvSpPr>
        <p:spPr bwMode="gray">
          <a:xfrm>
            <a:off x="2401320" y="5291767"/>
            <a:ext cx="822960" cy="228882"/>
          </a:xfrm>
          <a:prstGeom prst="roundRect">
            <a:avLst>
              <a:gd name="adj" fmla="val 11759"/>
            </a:avLst>
          </a:prstGeom>
          <a:solidFill>
            <a:srgbClr val="D1EFFF"/>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pPr>
            <a:r>
              <a:rPr lang="en-US" sz="800" kern="0" dirty="0">
                <a:solidFill>
                  <a:srgbClr val="002A86"/>
                </a:solidFill>
                <a:latin typeface="72 Brand"/>
                <a:ea typeface="Arial Unicode MS" pitchFamily="34" charset="-128"/>
                <a:cs typeface="Arial Unicode MS" pitchFamily="34" charset="-128"/>
              </a:rPr>
              <a:t>Master data</a:t>
            </a:r>
          </a:p>
        </p:txBody>
      </p:sp>
      <p:sp>
        <p:nvSpPr>
          <p:cNvPr id="51" name="Rounded Rectangle 35">
            <a:extLst>
              <a:ext uri="{FF2B5EF4-FFF2-40B4-BE49-F238E27FC236}">
                <a16:creationId xmlns:a16="http://schemas.microsoft.com/office/drawing/2014/main" id="{5E871FF0-81A9-77BE-89A4-41B32F6A690D}"/>
              </a:ext>
            </a:extLst>
          </p:cNvPr>
          <p:cNvSpPr/>
          <p:nvPr/>
        </p:nvSpPr>
        <p:spPr bwMode="gray">
          <a:xfrm>
            <a:off x="2401320" y="4945318"/>
            <a:ext cx="822960" cy="228882"/>
          </a:xfrm>
          <a:prstGeom prst="roundRect">
            <a:avLst>
              <a:gd name="adj" fmla="val 11759"/>
            </a:avLst>
          </a:prstGeom>
          <a:solidFill>
            <a:srgbClr val="D1EFFF"/>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pPr>
            <a:r>
              <a:rPr lang="en-US" sz="800" kern="0" dirty="0">
                <a:solidFill>
                  <a:srgbClr val="002A86"/>
                </a:solidFill>
                <a:latin typeface="72 Brand"/>
                <a:ea typeface="Arial Unicode MS" pitchFamily="34" charset="-128"/>
                <a:cs typeface="Arial Unicode MS" pitchFamily="34" charset="-128"/>
              </a:rPr>
              <a:t>Actuals</a:t>
            </a:r>
          </a:p>
        </p:txBody>
      </p:sp>
      <p:sp>
        <p:nvSpPr>
          <p:cNvPr id="62" name="Rounded Rectangle 23">
            <a:extLst>
              <a:ext uri="{FF2B5EF4-FFF2-40B4-BE49-F238E27FC236}">
                <a16:creationId xmlns:a16="http://schemas.microsoft.com/office/drawing/2014/main" id="{DA1D3B1E-14AA-4ACA-C4C3-84780D342AEE}"/>
              </a:ext>
            </a:extLst>
          </p:cNvPr>
          <p:cNvSpPr/>
          <p:nvPr/>
        </p:nvSpPr>
        <p:spPr bwMode="gray">
          <a:xfrm>
            <a:off x="970265" y="3366708"/>
            <a:ext cx="10372648" cy="1386871"/>
          </a:xfrm>
          <a:prstGeom prst="roundRect">
            <a:avLst>
              <a:gd name="adj" fmla="val 12934"/>
            </a:avLst>
          </a:prstGeom>
          <a:solidFill>
            <a:srgbClr val="D1EFFF"/>
          </a:solidFill>
          <a:ln w="9525" algn="ctr">
            <a:noFill/>
            <a:miter lim="800000"/>
            <a:headEnd/>
            <a:tailEnd/>
          </a:ln>
        </p:spPr>
        <p:txBody>
          <a:bodyPr lIns="89954" tIns="71943" rIns="89931" bIns="71943" rtlCol="0" anchor="ctr" anchorCtr="0"/>
          <a:lstStyle/>
          <a:p>
            <a:pPr defTabSz="913578" fontAlgn="base">
              <a:spcBef>
                <a:spcPct val="50000"/>
              </a:spcBef>
              <a:spcAft>
                <a:spcPct val="0"/>
              </a:spcAft>
              <a:buClr>
                <a:srgbClr val="F0AB00"/>
              </a:buClr>
              <a:buSzPct val="80000"/>
            </a:pPr>
            <a:r>
              <a:rPr lang="en-US" sz="1100" kern="0" dirty="0">
                <a:solidFill>
                  <a:srgbClr val="00144A"/>
                </a:solidFill>
                <a:latin typeface="72 Brand Medium" panose="020B0504030603020204" pitchFamily="34" charset="0"/>
                <a:ea typeface="Arial Unicode MS" pitchFamily="34" charset="-128"/>
                <a:cs typeface="Arial Unicode MS" pitchFamily="34" charset="-128"/>
              </a:rPr>
              <a:t>SAP Datasphere</a:t>
            </a:r>
            <a:endParaRPr lang="en-US" sz="800" kern="0" dirty="0">
              <a:solidFill>
                <a:srgbClr val="00144A"/>
              </a:solidFill>
              <a:latin typeface="72 Brand" panose="020B0504030603020204" pitchFamily="34" charset="0"/>
              <a:ea typeface="Arial Unicode MS" pitchFamily="34" charset="-128"/>
              <a:cs typeface="Arial Unicode MS" pitchFamily="34" charset="-128"/>
            </a:endParaRPr>
          </a:p>
        </p:txBody>
      </p:sp>
      <p:sp>
        <p:nvSpPr>
          <p:cNvPr id="64" name="Rounded Rectangle 35">
            <a:extLst>
              <a:ext uri="{FF2B5EF4-FFF2-40B4-BE49-F238E27FC236}">
                <a16:creationId xmlns:a16="http://schemas.microsoft.com/office/drawing/2014/main" id="{CABB023C-69E0-AA61-4478-026003158E8E}"/>
              </a:ext>
            </a:extLst>
          </p:cNvPr>
          <p:cNvSpPr/>
          <p:nvPr/>
        </p:nvSpPr>
        <p:spPr bwMode="gray">
          <a:xfrm>
            <a:off x="5539936" y="4260814"/>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Master data</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65" name="Rounded Rectangle 35">
            <a:extLst>
              <a:ext uri="{FF2B5EF4-FFF2-40B4-BE49-F238E27FC236}">
                <a16:creationId xmlns:a16="http://schemas.microsoft.com/office/drawing/2014/main" id="{6D14C524-B917-A012-14C0-A1D465D713EC}"/>
              </a:ext>
            </a:extLst>
          </p:cNvPr>
          <p:cNvSpPr/>
          <p:nvPr/>
        </p:nvSpPr>
        <p:spPr bwMode="gray">
          <a:xfrm>
            <a:off x="4096454" y="4260814"/>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Actuals</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12" name="Text Placeholder 11">
            <a:extLst>
              <a:ext uri="{FF2B5EF4-FFF2-40B4-BE49-F238E27FC236}">
                <a16:creationId xmlns:a16="http://schemas.microsoft.com/office/drawing/2014/main" id="{28CEABED-4E83-1B97-30D0-B8B7F4369205}"/>
              </a:ext>
            </a:extLst>
          </p:cNvPr>
          <p:cNvSpPr>
            <a:spLocks noGrp="1"/>
          </p:cNvSpPr>
          <p:nvPr>
            <p:ph type="body" sz="quarter" idx="10"/>
          </p:nvPr>
        </p:nvSpPr>
        <p:spPr>
          <a:xfrm>
            <a:off x="503870" y="1103891"/>
            <a:ext cx="11183565" cy="1128918"/>
          </a:xfrm>
        </p:spPr>
        <p:txBody>
          <a:bodyPr/>
          <a:lstStyle/>
          <a:p>
            <a:r>
              <a:rPr lang="en-GB" sz="1800" dirty="0"/>
              <a:t>We create a planning model from a view that we find in the SAP Datasphere content of the Working Capital </a:t>
            </a:r>
            <a:r>
              <a:rPr lang="en-GB" sz="1800" dirty="0" err="1"/>
              <a:t>Inisights</a:t>
            </a:r>
            <a:r>
              <a:rPr lang="en-GB" sz="1800" dirty="0"/>
              <a:t> App. We build a joint plan vs. actual reporting using a SAP Datasphere analytic model.</a:t>
            </a:r>
            <a:br>
              <a:rPr lang="en-GB" sz="1800" dirty="0"/>
            </a:br>
            <a:r>
              <a:rPr lang="en-GB" sz="1800" dirty="0"/>
              <a:t>Then, we extend the model with cost planning fed by data from a HR planning model. </a:t>
            </a:r>
          </a:p>
        </p:txBody>
      </p:sp>
      <p:sp>
        <p:nvSpPr>
          <p:cNvPr id="11" name="Title 10">
            <a:extLst>
              <a:ext uri="{FF2B5EF4-FFF2-40B4-BE49-F238E27FC236}">
                <a16:creationId xmlns:a16="http://schemas.microsoft.com/office/drawing/2014/main" id="{22B57D4A-ADAB-39AA-3819-90E2E67265D7}"/>
              </a:ext>
            </a:extLst>
          </p:cNvPr>
          <p:cNvSpPr>
            <a:spLocks noGrp="1"/>
          </p:cNvSpPr>
          <p:nvPr>
            <p:ph type="title"/>
          </p:nvPr>
        </p:nvSpPr>
        <p:spPr/>
        <p:txBody>
          <a:bodyPr vert="horz"/>
          <a:lstStyle/>
          <a:p>
            <a:r>
              <a:rPr lang="en-GB" dirty="0"/>
              <a:t>TechEd DA267 Flow</a:t>
            </a:r>
          </a:p>
        </p:txBody>
      </p:sp>
      <p:sp>
        <p:nvSpPr>
          <p:cNvPr id="2" name="Rounded Rectangle 23">
            <a:extLst>
              <a:ext uri="{FF2B5EF4-FFF2-40B4-BE49-F238E27FC236}">
                <a16:creationId xmlns:a16="http://schemas.microsoft.com/office/drawing/2014/main" id="{6733ADFD-E8F8-87F6-F8FB-4F61E5092BEA}"/>
              </a:ext>
            </a:extLst>
          </p:cNvPr>
          <p:cNvSpPr/>
          <p:nvPr/>
        </p:nvSpPr>
        <p:spPr bwMode="gray">
          <a:xfrm>
            <a:off x="3901361" y="4567748"/>
            <a:ext cx="7441552" cy="1250701"/>
          </a:xfrm>
          <a:prstGeom prst="roundRect">
            <a:avLst>
              <a:gd name="adj" fmla="val 12934"/>
            </a:avLst>
          </a:prstGeom>
          <a:solidFill>
            <a:srgbClr val="D1EFFF"/>
          </a:solidFill>
          <a:ln w="9525" algn="ctr">
            <a:noFill/>
            <a:miter lim="800000"/>
            <a:headEnd/>
            <a:tailEnd/>
          </a:ln>
        </p:spPr>
        <p:txBody>
          <a:bodyPr lIns="89954" tIns="71943" rIns="89931" bIns="71943" rtlCol="0" anchor="ctr" anchorCtr="0"/>
          <a:lstStyle/>
          <a:p>
            <a:pPr defTabSz="913578" fontAlgn="base">
              <a:spcBef>
                <a:spcPct val="50000"/>
              </a:spcBef>
              <a:spcAft>
                <a:spcPct val="0"/>
              </a:spcAft>
              <a:buClr>
                <a:srgbClr val="F0AB00"/>
              </a:buClr>
              <a:buSzPct val="80000"/>
            </a:pPr>
            <a:endParaRPr lang="en-US" sz="800" b="1" kern="0" dirty="0">
              <a:solidFill>
                <a:srgbClr val="00144A"/>
              </a:solidFill>
              <a:latin typeface="72 Brand" panose="020B0504030603020204" pitchFamily="34" charset="0"/>
              <a:ea typeface="Arial Unicode MS" pitchFamily="34" charset="-128"/>
              <a:cs typeface="Arial Unicode MS" pitchFamily="34" charset="-128"/>
            </a:endParaRPr>
          </a:p>
        </p:txBody>
      </p:sp>
      <p:sp>
        <p:nvSpPr>
          <p:cNvPr id="3" name="Rounded Rectangle 23">
            <a:extLst>
              <a:ext uri="{FF2B5EF4-FFF2-40B4-BE49-F238E27FC236}">
                <a16:creationId xmlns:a16="http://schemas.microsoft.com/office/drawing/2014/main" id="{0A1A13E5-36CA-B9C5-2EF4-E787330D0AE3}"/>
              </a:ext>
            </a:extLst>
          </p:cNvPr>
          <p:cNvSpPr/>
          <p:nvPr/>
        </p:nvSpPr>
        <p:spPr bwMode="gray">
          <a:xfrm>
            <a:off x="7178511" y="4792862"/>
            <a:ext cx="2690726" cy="882808"/>
          </a:xfrm>
          <a:prstGeom prst="roundRect">
            <a:avLst>
              <a:gd name="adj" fmla="val 12934"/>
            </a:avLst>
          </a:prstGeom>
          <a:solidFill>
            <a:srgbClr val="D1EFFF"/>
          </a:solidFill>
          <a:ln w="9525" algn="ctr">
            <a:solidFill>
              <a:schemeClr val="tx2"/>
            </a:solidFill>
            <a:prstDash val="dash"/>
            <a:miter lim="800000"/>
            <a:headEnd/>
            <a:tailEnd/>
          </a:ln>
          <a:effectLst/>
        </p:spPr>
        <p:txBody>
          <a:bodyPr lIns="89977" tIns="45708" rIns="89954" bIns="71962" rtlCol="0" anchor="ctr"/>
          <a:lstStyle/>
          <a:p>
            <a:pPr defTabSz="913852" fontAlgn="base">
              <a:spcAft>
                <a:spcPct val="0"/>
              </a:spcAft>
              <a:buClr>
                <a:srgbClr val="F0AB00"/>
              </a:buClr>
              <a:buSzPct val="80000"/>
            </a:pPr>
            <a:r>
              <a:rPr lang="en-US" sz="1100" kern="0" dirty="0">
                <a:solidFill>
                  <a:srgbClr val="00185A"/>
                </a:solidFill>
                <a:latin typeface="72 Brand Medium"/>
                <a:ea typeface="Arial Unicode MS" pitchFamily="34" charset="-128"/>
                <a:cs typeface="Arial Unicode MS" pitchFamily="34" charset="-128"/>
              </a:rPr>
              <a:t>SAP-managed space</a:t>
            </a:r>
            <a:br>
              <a:rPr lang="en-US" sz="1100" kern="0" dirty="0">
                <a:solidFill>
                  <a:srgbClr val="00185A"/>
                </a:solidFill>
                <a:latin typeface="72 Brand Medium"/>
                <a:ea typeface="Arial Unicode MS" pitchFamily="34" charset="-128"/>
                <a:cs typeface="Arial Unicode MS" pitchFamily="34" charset="-128"/>
              </a:rPr>
            </a:br>
            <a:r>
              <a:rPr lang="en-US" sz="1100" kern="0" dirty="0">
                <a:solidFill>
                  <a:srgbClr val="00185A"/>
                </a:solidFill>
                <a:latin typeface="72 Brand Medium"/>
                <a:ea typeface="Arial Unicode MS" pitchFamily="34" charset="-128"/>
                <a:cs typeface="Arial Unicode MS" pitchFamily="34" charset="-128"/>
              </a:rPr>
              <a:t>copy </a:t>
            </a:r>
          </a:p>
        </p:txBody>
      </p:sp>
      <p:sp>
        <p:nvSpPr>
          <p:cNvPr id="4" name="Rounded Rectangle 23">
            <a:extLst>
              <a:ext uri="{FF2B5EF4-FFF2-40B4-BE49-F238E27FC236}">
                <a16:creationId xmlns:a16="http://schemas.microsoft.com/office/drawing/2014/main" id="{8448957C-15D6-8812-79ED-2C7150C5804E}"/>
              </a:ext>
            </a:extLst>
          </p:cNvPr>
          <p:cNvSpPr/>
          <p:nvPr/>
        </p:nvSpPr>
        <p:spPr bwMode="gray">
          <a:xfrm>
            <a:off x="4194573" y="4786741"/>
            <a:ext cx="2690726" cy="882808"/>
          </a:xfrm>
          <a:prstGeom prst="roundRect">
            <a:avLst>
              <a:gd name="adj" fmla="val 12934"/>
            </a:avLst>
          </a:prstGeom>
          <a:solidFill>
            <a:srgbClr val="D1EFFF"/>
          </a:solidFill>
          <a:ln w="9525" algn="ctr">
            <a:solidFill>
              <a:schemeClr val="tx2"/>
            </a:solidFill>
            <a:prstDash val="dash"/>
            <a:miter lim="800000"/>
            <a:headEnd/>
            <a:tailEnd/>
          </a:ln>
          <a:effectLst/>
        </p:spPr>
        <p:txBody>
          <a:bodyPr lIns="89977" tIns="45708" rIns="89954" bIns="71962" rtlCol="0" anchor="ctr"/>
          <a:lstStyle/>
          <a:p>
            <a:pPr defTabSz="913852" fontAlgn="base">
              <a:spcAft>
                <a:spcPct val="0"/>
              </a:spcAft>
              <a:buClr>
                <a:srgbClr val="F0AB00"/>
              </a:buClr>
              <a:buSzPct val="80000"/>
            </a:pPr>
            <a:r>
              <a:rPr lang="en-US" sz="1100" kern="0" dirty="0">
                <a:solidFill>
                  <a:srgbClr val="00185A"/>
                </a:solidFill>
                <a:latin typeface="72 Brand Medium"/>
                <a:ea typeface="Arial Unicode MS" pitchFamily="34" charset="-128"/>
                <a:cs typeface="Arial Unicode MS" pitchFamily="34" charset="-128"/>
              </a:rPr>
              <a:t>SAP-managed spaces</a:t>
            </a:r>
          </a:p>
        </p:txBody>
      </p:sp>
      <p:sp>
        <p:nvSpPr>
          <p:cNvPr id="5" name="Rounded Rectangle 35">
            <a:extLst>
              <a:ext uri="{FF2B5EF4-FFF2-40B4-BE49-F238E27FC236}">
                <a16:creationId xmlns:a16="http://schemas.microsoft.com/office/drawing/2014/main" id="{1E263D9D-7686-9624-FB69-B313A4E8607F}"/>
              </a:ext>
            </a:extLst>
          </p:cNvPr>
          <p:cNvSpPr/>
          <p:nvPr/>
        </p:nvSpPr>
        <p:spPr bwMode="gray">
          <a:xfrm>
            <a:off x="5823887" y="5289295"/>
            <a:ext cx="822960" cy="228882"/>
          </a:xfrm>
          <a:prstGeom prst="roundRect">
            <a:avLst>
              <a:gd name="adj" fmla="val 11759"/>
            </a:avLst>
          </a:prstGeom>
          <a:solidFill>
            <a:schemeClr val="bg1"/>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pPr>
            <a:r>
              <a:rPr lang="en-US" sz="800" kern="0" dirty="0">
                <a:solidFill>
                  <a:srgbClr val="002A86"/>
                </a:solidFill>
                <a:latin typeface="72 Brand"/>
                <a:ea typeface="Arial Unicode MS" pitchFamily="34" charset="-128"/>
                <a:cs typeface="Arial Unicode MS" pitchFamily="34" charset="-128"/>
              </a:rPr>
              <a:t>Master data</a:t>
            </a:r>
          </a:p>
        </p:txBody>
      </p:sp>
      <p:sp>
        <p:nvSpPr>
          <p:cNvPr id="6" name="Rounded Rectangle 35">
            <a:extLst>
              <a:ext uri="{FF2B5EF4-FFF2-40B4-BE49-F238E27FC236}">
                <a16:creationId xmlns:a16="http://schemas.microsoft.com/office/drawing/2014/main" id="{FBF97581-210F-C718-DE9B-A958D3596A12}"/>
              </a:ext>
            </a:extLst>
          </p:cNvPr>
          <p:cNvSpPr/>
          <p:nvPr/>
        </p:nvSpPr>
        <p:spPr bwMode="gray">
          <a:xfrm>
            <a:off x="5823887" y="4942846"/>
            <a:ext cx="822960" cy="228882"/>
          </a:xfrm>
          <a:prstGeom prst="roundRect">
            <a:avLst>
              <a:gd name="adj" fmla="val 11759"/>
            </a:avLst>
          </a:prstGeom>
          <a:solidFill>
            <a:schemeClr val="bg1"/>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pPr>
            <a:r>
              <a:rPr lang="en-US" sz="800" kern="0" dirty="0">
                <a:solidFill>
                  <a:srgbClr val="002A86"/>
                </a:solidFill>
                <a:latin typeface="72 Brand"/>
                <a:ea typeface="Arial Unicode MS" pitchFamily="34" charset="-128"/>
                <a:cs typeface="Arial Unicode MS" pitchFamily="34" charset="-128"/>
              </a:rPr>
              <a:t>Actuals</a:t>
            </a:r>
          </a:p>
        </p:txBody>
      </p:sp>
      <p:sp>
        <p:nvSpPr>
          <p:cNvPr id="7" name="Rounded Rectangle 35">
            <a:extLst>
              <a:ext uri="{FF2B5EF4-FFF2-40B4-BE49-F238E27FC236}">
                <a16:creationId xmlns:a16="http://schemas.microsoft.com/office/drawing/2014/main" id="{FB92581E-E929-C08A-B4D5-04BBB6D8753A}"/>
              </a:ext>
            </a:extLst>
          </p:cNvPr>
          <p:cNvSpPr/>
          <p:nvPr/>
        </p:nvSpPr>
        <p:spPr bwMode="gray">
          <a:xfrm>
            <a:off x="8850115" y="5328578"/>
            <a:ext cx="822960" cy="228882"/>
          </a:xfrm>
          <a:prstGeom prst="roundRect">
            <a:avLst>
              <a:gd name="adj" fmla="val 11759"/>
            </a:avLst>
          </a:prstGeom>
          <a:solidFill>
            <a:schemeClr val="bg1"/>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pPr>
            <a:r>
              <a:rPr lang="en-US" sz="800" kern="0" dirty="0">
                <a:solidFill>
                  <a:srgbClr val="002A86"/>
                </a:solidFill>
                <a:latin typeface="72 Brand"/>
                <a:ea typeface="Arial Unicode MS" pitchFamily="34" charset="-128"/>
                <a:cs typeface="Arial Unicode MS" pitchFamily="34" charset="-128"/>
              </a:rPr>
              <a:t>Master data</a:t>
            </a:r>
          </a:p>
        </p:txBody>
      </p:sp>
      <p:sp>
        <p:nvSpPr>
          <p:cNvPr id="13" name="Rounded Rectangle 35">
            <a:extLst>
              <a:ext uri="{FF2B5EF4-FFF2-40B4-BE49-F238E27FC236}">
                <a16:creationId xmlns:a16="http://schemas.microsoft.com/office/drawing/2014/main" id="{5DAC91B4-EF2A-0D3C-74D3-F079F3E2FBB7}"/>
              </a:ext>
            </a:extLst>
          </p:cNvPr>
          <p:cNvSpPr/>
          <p:nvPr/>
        </p:nvSpPr>
        <p:spPr bwMode="gray">
          <a:xfrm>
            <a:off x="8850115" y="4982129"/>
            <a:ext cx="822960" cy="228882"/>
          </a:xfrm>
          <a:prstGeom prst="roundRect">
            <a:avLst>
              <a:gd name="adj" fmla="val 11759"/>
            </a:avLst>
          </a:prstGeom>
          <a:solidFill>
            <a:schemeClr val="bg1"/>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pPr>
            <a:r>
              <a:rPr lang="en-US" sz="800" kern="0" dirty="0">
                <a:solidFill>
                  <a:srgbClr val="002A86"/>
                </a:solidFill>
                <a:latin typeface="72 Brand"/>
                <a:ea typeface="Arial Unicode MS" pitchFamily="34" charset="-128"/>
                <a:cs typeface="Arial Unicode MS" pitchFamily="34" charset="-128"/>
              </a:rPr>
              <a:t>Actuals</a:t>
            </a:r>
          </a:p>
        </p:txBody>
      </p:sp>
      <p:sp>
        <p:nvSpPr>
          <p:cNvPr id="18" name="Rounded Rectangle 23">
            <a:extLst>
              <a:ext uri="{FF2B5EF4-FFF2-40B4-BE49-F238E27FC236}">
                <a16:creationId xmlns:a16="http://schemas.microsoft.com/office/drawing/2014/main" id="{E07BECD5-9AC2-362E-B535-BBCD9BF86518}"/>
              </a:ext>
            </a:extLst>
          </p:cNvPr>
          <p:cNvSpPr/>
          <p:nvPr/>
        </p:nvSpPr>
        <p:spPr bwMode="gray">
          <a:xfrm>
            <a:off x="2401320" y="3429001"/>
            <a:ext cx="7467916" cy="1210222"/>
          </a:xfrm>
          <a:prstGeom prst="roundRect">
            <a:avLst>
              <a:gd name="adj" fmla="val 12934"/>
            </a:avLst>
          </a:prstGeom>
          <a:noFill/>
          <a:ln w="9525" algn="ctr">
            <a:solidFill>
              <a:schemeClr val="tx2"/>
            </a:solidFill>
            <a:miter lim="800000"/>
            <a:headEnd/>
            <a:tailEnd/>
          </a:ln>
          <a:effectLst/>
        </p:spPr>
        <p:txBody>
          <a:bodyPr lIns="89977" tIns="45708" rIns="89954" bIns="71962" rtlCol="0" anchor="ctr"/>
          <a:lstStyle/>
          <a:p>
            <a:pPr defTabSz="913852" fontAlgn="base">
              <a:spcAft>
                <a:spcPct val="0"/>
              </a:spcAft>
              <a:buClr>
                <a:srgbClr val="F0AB00"/>
              </a:buClr>
              <a:buSzPct val="80000"/>
            </a:pPr>
            <a:r>
              <a:rPr lang="en-US" sz="1100" kern="0" dirty="0">
                <a:solidFill>
                  <a:srgbClr val="00185A"/>
                </a:solidFill>
                <a:latin typeface="72 Brand Medium"/>
                <a:ea typeface="Arial Unicode MS" pitchFamily="34" charset="-128"/>
                <a:cs typeface="Arial Unicode MS" pitchFamily="34" charset="-128"/>
              </a:rPr>
              <a:t>User space</a:t>
            </a:r>
          </a:p>
        </p:txBody>
      </p:sp>
      <p:pic>
        <p:nvPicPr>
          <p:cNvPr id="20" name="Graphic 19" descr="Share with solid fill">
            <a:extLst>
              <a:ext uri="{FF2B5EF4-FFF2-40B4-BE49-F238E27FC236}">
                <a16:creationId xmlns:a16="http://schemas.microsoft.com/office/drawing/2014/main" id="{2733D581-203B-DE13-128D-EF4BA3B9C8B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00870" y="4207079"/>
            <a:ext cx="327507" cy="327507"/>
          </a:xfrm>
          <a:prstGeom prst="rect">
            <a:avLst/>
          </a:prstGeom>
        </p:spPr>
      </p:pic>
      <p:pic>
        <p:nvPicPr>
          <p:cNvPr id="24" name="Graphic 23" descr="Share with solid fill">
            <a:extLst>
              <a:ext uri="{FF2B5EF4-FFF2-40B4-BE49-F238E27FC236}">
                <a16:creationId xmlns:a16="http://schemas.microsoft.com/office/drawing/2014/main" id="{F9B7CDB4-8D78-BC44-9197-F4A551E192C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44352" y="4207079"/>
            <a:ext cx="327507" cy="327507"/>
          </a:xfrm>
          <a:prstGeom prst="rect">
            <a:avLst/>
          </a:prstGeom>
        </p:spPr>
      </p:pic>
      <p:sp>
        <p:nvSpPr>
          <p:cNvPr id="25" name="Rounded Rectangle 35">
            <a:extLst>
              <a:ext uri="{FF2B5EF4-FFF2-40B4-BE49-F238E27FC236}">
                <a16:creationId xmlns:a16="http://schemas.microsoft.com/office/drawing/2014/main" id="{8F0004A5-A2F9-77AB-626D-A86D83E6B20B}"/>
              </a:ext>
            </a:extLst>
          </p:cNvPr>
          <p:cNvSpPr/>
          <p:nvPr/>
        </p:nvSpPr>
        <p:spPr bwMode="gray">
          <a:xfrm>
            <a:off x="4096454" y="3890860"/>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Fin. planning model basis view</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27" name="Rounded Rectangle 35">
            <a:extLst>
              <a:ext uri="{FF2B5EF4-FFF2-40B4-BE49-F238E27FC236}">
                <a16:creationId xmlns:a16="http://schemas.microsoft.com/office/drawing/2014/main" id="{44FF2F91-933C-6A7F-3DC7-6ECC943FCFB1}"/>
              </a:ext>
            </a:extLst>
          </p:cNvPr>
          <p:cNvSpPr/>
          <p:nvPr/>
        </p:nvSpPr>
        <p:spPr bwMode="gray">
          <a:xfrm>
            <a:off x="4096454" y="2786823"/>
            <a:ext cx="2703154"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Financial planning model</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28" name="Rounded Rectangle 35">
            <a:extLst>
              <a:ext uri="{FF2B5EF4-FFF2-40B4-BE49-F238E27FC236}">
                <a16:creationId xmlns:a16="http://schemas.microsoft.com/office/drawing/2014/main" id="{51591FCC-0EC5-C786-BF9D-26C2DFA7BD85}"/>
              </a:ext>
            </a:extLst>
          </p:cNvPr>
          <p:cNvSpPr/>
          <p:nvPr/>
        </p:nvSpPr>
        <p:spPr bwMode="gray">
          <a:xfrm>
            <a:off x="5539936" y="3890860"/>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Fin. planning model data</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29" name="Rounded Rectangle 35">
            <a:extLst>
              <a:ext uri="{FF2B5EF4-FFF2-40B4-BE49-F238E27FC236}">
                <a16:creationId xmlns:a16="http://schemas.microsoft.com/office/drawing/2014/main" id="{0AB6466E-0584-CF8F-84B6-DD2AE680C3F5}"/>
              </a:ext>
            </a:extLst>
          </p:cNvPr>
          <p:cNvSpPr/>
          <p:nvPr/>
        </p:nvSpPr>
        <p:spPr bwMode="gray">
          <a:xfrm>
            <a:off x="8331199" y="4260814"/>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HR planning </a:t>
            </a:r>
            <a:br>
              <a:rPr lang="en-US" sz="900" kern="0" dirty="0">
                <a:solidFill>
                  <a:srgbClr val="002A86"/>
                </a:solidFill>
                <a:latin typeface="72 Brand" panose="020B0504030603020204" pitchFamily="34" charset="0"/>
                <a:ea typeface="Arial Unicode MS" pitchFamily="34" charset="-128"/>
                <a:cs typeface="Arial Unicode MS" pitchFamily="34" charset="-128"/>
              </a:rPr>
            </a:br>
            <a:r>
              <a:rPr lang="en-US" sz="900" kern="0" dirty="0">
                <a:solidFill>
                  <a:srgbClr val="002A86"/>
                </a:solidFill>
                <a:latin typeface="72 Brand" panose="020B0504030603020204" pitchFamily="34" charset="0"/>
                <a:ea typeface="Arial Unicode MS" pitchFamily="34" charset="-128"/>
                <a:cs typeface="Arial Unicode MS" pitchFamily="34" charset="-128"/>
              </a:rPr>
              <a:t>model data</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pic>
        <p:nvPicPr>
          <p:cNvPr id="30" name="Graphic 29" descr="Share with solid fill">
            <a:extLst>
              <a:ext uri="{FF2B5EF4-FFF2-40B4-BE49-F238E27FC236}">
                <a16:creationId xmlns:a16="http://schemas.microsoft.com/office/drawing/2014/main" id="{E7EBED85-75A1-34E4-AFD4-6DE7A9CEB36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35615" y="4207079"/>
            <a:ext cx="327507" cy="327507"/>
          </a:xfrm>
          <a:prstGeom prst="rect">
            <a:avLst/>
          </a:prstGeom>
        </p:spPr>
      </p:pic>
      <p:cxnSp>
        <p:nvCxnSpPr>
          <p:cNvPr id="32" name="To FPLAN Model">
            <a:extLst>
              <a:ext uri="{FF2B5EF4-FFF2-40B4-BE49-F238E27FC236}">
                <a16:creationId xmlns:a16="http://schemas.microsoft.com/office/drawing/2014/main" id="{6CBE15B1-4235-081E-4BA4-1A446ABA353C}"/>
              </a:ext>
            </a:extLst>
          </p:cNvPr>
          <p:cNvCxnSpPr>
            <a:cxnSpLocks/>
            <a:stCxn id="25" idx="0"/>
          </p:cNvCxnSpPr>
          <p:nvPr/>
        </p:nvCxnSpPr>
        <p:spPr>
          <a:xfrm rot="5400000" flipH="1" flipV="1">
            <a:off x="4566062" y="3161290"/>
            <a:ext cx="889798" cy="569342"/>
          </a:xfrm>
          <a:prstGeom prst="bentConnector3">
            <a:avLst>
              <a:gd name="adj1" fmla="val 72100"/>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Expose">
            <a:extLst>
              <a:ext uri="{FF2B5EF4-FFF2-40B4-BE49-F238E27FC236}">
                <a16:creationId xmlns:a16="http://schemas.microsoft.com/office/drawing/2014/main" id="{880FFE4F-ECA8-1E78-963A-6F04B16C0722}"/>
              </a:ext>
            </a:extLst>
          </p:cNvPr>
          <p:cNvCxnSpPr>
            <a:cxnSpLocks/>
            <a:endCxn id="28" idx="0"/>
          </p:cNvCxnSpPr>
          <p:nvPr/>
        </p:nvCxnSpPr>
        <p:spPr>
          <a:xfrm rot="16200000" flipH="1">
            <a:off x="5440202" y="3161290"/>
            <a:ext cx="889798" cy="569342"/>
          </a:xfrm>
          <a:prstGeom prst="bentConnector3">
            <a:avLst>
              <a:gd name="adj1" fmla="val 26795"/>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MD to model">
            <a:extLst>
              <a:ext uri="{FF2B5EF4-FFF2-40B4-BE49-F238E27FC236}">
                <a16:creationId xmlns:a16="http://schemas.microsoft.com/office/drawing/2014/main" id="{4209FC96-2ECC-EEFE-EA7C-CD718579C5C1}"/>
              </a:ext>
            </a:extLst>
          </p:cNvPr>
          <p:cNvCxnSpPr>
            <a:cxnSpLocks/>
            <a:stCxn id="64" idx="0"/>
            <a:endCxn id="27" idx="2"/>
          </p:cNvCxnSpPr>
          <p:nvPr/>
        </p:nvCxnSpPr>
        <p:spPr>
          <a:xfrm rot="16200000" flipV="1">
            <a:off x="5186348" y="3277389"/>
            <a:ext cx="1245109" cy="721741"/>
          </a:xfrm>
          <a:prstGeom prst="bentConnector3">
            <a:avLst>
              <a:gd name="adj1" fmla="val 7358"/>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a:extLst>
              <a:ext uri="{FF2B5EF4-FFF2-40B4-BE49-F238E27FC236}">
                <a16:creationId xmlns:a16="http://schemas.microsoft.com/office/drawing/2014/main" id="{235A5E9C-5772-F795-3D85-5F270A716593}"/>
              </a:ext>
            </a:extLst>
          </p:cNvPr>
          <p:cNvCxnSpPr>
            <a:cxnSpLocks/>
          </p:cNvCxnSpPr>
          <p:nvPr/>
        </p:nvCxnSpPr>
        <p:spPr>
          <a:xfrm rot="16200000" flipV="1">
            <a:off x="7061200" y="2358100"/>
            <a:ext cx="1245109" cy="2560320"/>
          </a:xfrm>
          <a:prstGeom prst="bentConnector3">
            <a:avLst>
              <a:gd name="adj1" fmla="val 80797"/>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Rounded Rectangle 35">
            <a:extLst>
              <a:ext uri="{FF2B5EF4-FFF2-40B4-BE49-F238E27FC236}">
                <a16:creationId xmlns:a16="http://schemas.microsoft.com/office/drawing/2014/main" id="{B15468F0-7616-A10D-AFF4-B9D957DCE832}"/>
              </a:ext>
            </a:extLst>
          </p:cNvPr>
          <p:cNvSpPr/>
          <p:nvPr/>
        </p:nvSpPr>
        <p:spPr bwMode="gray">
          <a:xfrm>
            <a:off x="4096454" y="2392578"/>
            <a:ext cx="2703154"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Story</a:t>
            </a:r>
            <a:br>
              <a:rPr lang="en-US" sz="900" kern="0" dirty="0">
                <a:solidFill>
                  <a:srgbClr val="002A86"/>
                </a:solidFill>
                <a:latin typeface="72 Brand" panose="020B0504030603020204" pitchFamily="34" charset="0"/>
                <a:ea typeface="Arial Unicode MS" pitchFamily="34" charset="-128"/>
                <a:cs typeface="Arial Unicode MS" pitchFamily="34" charset="-128"/>
              </a:rPr>
            </a:br>
            <a:r>
              <a:rPr lang="en-US" sz="900" kern="0" dirty="0">
                <a:solidFill>
                  <a:srgbClr val="002A86"/>
                </a:solidFill>
                <a:latin typeface="72 Brand" panose="020B0504030603020204" pitchFamily="34" charset="0"/>
                <a:ea typeface="Arial Unicode MS" pitchFamily="34" charset="-128"/>
                <a:cs typeface="Arial Unicode MS" pitchFamily="34" charset="-128"/>
              </a:rPr>
              <a:t>Planning | Reporting</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76" name="Rounded Rectangle 35">
            <a:extLst>
              <a:ext uri="{FF2B5EF4-FFF2-40B4-BE49-F238E27FC236}">
                <a16:creationId xmlns:a16="http://schemas.microsoft.com/office/drawing/2014/main" id="{07E64BC9-444C-5AA6-2B5D-50D7C5701A81}"/>
              </a:ext>
            </a:extLst>
          </p:cNvPr>
          <p:cNvSpPr/>
          <p:nvPr/>
        </p:nvSpPr>
        <p:spPr bwMode="gray">
          <a:xfrm>
            <a:off x="6982845" y="3520906"/>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Plan vs. ACT Analytic Model</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82" name="Rounded Rectangle 35">
            <a:extLst>
              <a:ext uri="{FF2B5EF4-FFF2-40B4-BE49-F238E27FC236}">
                <a16:creationId xmlns:a16="http://schemas.microsoft.com/office/drawing/2014/main" id="{65E175B6-041B-2ECD-A398-EE32E1794D7E}"/>
              </a:ext>
            </a:extLst>
          </p:cNvPr>
          <p:cNvSpPr/>
          <p:nvPr/>
        </p:nvSpPr>
        <p:spPr bwMode="gray">
          <a:xfrm>
            <a:off x="6982845" y="3890860"/>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Plan vs. ACT Union</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cxnSp>
        <p:nvCxnSpPr>
          <p:cNvPr id="84" name="1">
            <a:extLst>
              <a:ext uri="{FF2B5EF4-FFF2-40B4-BE49-F238E27FC236}">
                <a16:creationId xmlns:a16="http://schemas.microsoft.com/office/drawing/2014/main" id="{3270A74D-3891-474A-BFDC-E5B8E706A54B}"/>
              </a:ext>
            </a:extLst>
          </p:cNvPr>
          <p:cNvCxnSpPr>
            <a:cxnSpLocks/>
            <a:stCxn id="65" idx="0"/>
            <a:endCxn id="25" idx="2"/>
          </p:cNvCxnSpPr>
          <p:nvPr/>
        </p:nvCxnSpPr>
        <p:spPr>
          <a:xfrm flipV="1">
            <a:off x="4726290" y="4119742"/>
            <a:ext cx="0" cy="14107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9" name="Elbow Connector 88">
            <a:extLst>
              <a:ext uri="{FF2B5EF4-FFF2-40B4-BE49-F238E27FC236}">
                <a16:creationId xmlns:a16="http://schemas.microsoft.com/office/drawing/2014/main" id="{7007989F-3538-7A15-5ED4-B92A9C313025}"/>
              </a:ext>
            </a:extLst>
          </p:cNvPr>
          <p:cNvCxnSpPr>
            <a:cxnSpLocks/>
            <a:stCxn id="28" idx="3"/>
            <a:endCxn id="82" idx="2"/>
          </p:cNvCxnSpPr>
          <p:nvPr/>
        </p:nvCxnSpPr>
        <p:spPr>
          <a:xfrm>
            <a:off x="6799608" y="4005301"/>
            <a:ext cx="813073" cy="114441"/>
          </a:xfrm>
          <a:prstGeom prst="bentConnector4">
            <a:avLst>
              <a:gd name="adj1" fmla="val 11268"/>
              <a:gd name="adj2" fmla="val 325528"/>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3" name="Elbow Connector 92">
            <a:extLst>
              <a:ext uri="{FF2B5EF4-FFF2-40B4-BE49-F238E27FC236}">
                <a16:creationId xmlns:a16="http://schemas.microsoft.com/office/drawing/2014/main" id="{3845F185-F744-E1A1-EBD0-E4E677E96570}"/>
              </a:ext>
            </a:extLst>
          </p:cNvPr>
          <p:cNvCxnSpPr>
            <a:cxnSpLocks/>
            <a:stCxn id="64" idx="3"/>
            <a:endCxn id="82" idx="2"/>
          </p:cNvCxnSpPr>
          <p:nvPr/>
        </p:nvCxnSpPr>
        <p:spPr>
          <a:xfrm flipV="1">
            <a:off x="6799608" y="4119742"/>
            <a:ext cx="813073" cy="255513"/>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6" name="Elbow Connector 95">
            <a:extLst>
              <a:ext uri="{FF2B5EF4-FFF2-40B4-BE49-F238E27FC236}">
                <a16:creationId xmlns:a16="http://schemas.microsoft.com/office/drawing/2014/main" id="{F2FDE7E0-3168-6DB4-FAE4-A781CE4E1874}"/>
              </a:ext>
            </a:extLst>
          </p:cNvPr>
          <p:cNvCxnSpPr>
            <a:cxnSpLocks/>
            <a:stCxn id="65" idx="2"/>
            <a:endCxn id="82" idx="2"/>
          </p:cNvCxnSpPr>
          <p:nvPr/>
        </p:nvCxnSpPr>
        <p:spPr>
          <a:xfrm rot="5400000" flipH="1" flipV="1">
            <a:off x="5984508" y="2861523"/>
            <a:ext cx="369954" cy="2886391"/>
          </a:xfrm>
          <a:prstGeom prst="bentConnector3">
            <a:avLst>
              <a:gd name="adj1" fmla="val -21925"/>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1" name="Elbow Connector 83">
            <a:extLst>
              <a:ext uri="{FF2B5EF4-FFF2-40B4-BE49-F238E27FC236}">
                <a16:creationId xmlns:a16="http://schemas.microsoft.com/office/drawing/2014/main" id="{AB2F4E08-9E1F-7FC2-3137-BEA92EE81E1F}"/>
              </a:ext>
            </a:extLst>
          </p:cNvPr>
          <p:cNvCxnSpPr>
            <a:cxnSpLocks/>
            <a:stCxn id="82" idx="0"/>
            <a:endCxn id="76" idx="2"/>
          </p:cNvCxnSpPr>
          <p:nvPr/>
        </p:nvCxnSpPr>
        <p:spPr>
          <a:xfrm flipV="1">
            <a:off x="7612681" y="3749788"/>
            <a:ext cx="0" cy="14107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7" name="Rounded Rectangle 23">
            <a:extLst>
              <a:ext uri="{FF2B5EF4-FFF2-40B4-BE49-F238E27FC236}">
                <a16:creationId xmlns:a16="http://schemas.microsoft.com/office/drawing/2014/main" id="{2F98278C-F1D2-0D9B-5266-BB0E9790F3DE}"/>
              </a:ext>
            </a:extLst>
          </p:cNvPr>
          <p:cNvSpPr/>
          <p:nvPr/>
        </p:nvSpPr>
        <p:spPr bwMode="gray">
          <a:xfrm>
            <a:off x="9438142" y="6341498"/>
            <a:ext cx="1904771" cy="353859"/>
          </a:xfrm>
          <a:prstGeom prst="roundRect">
            <a:avLst>
              <a:gd name="adj" fmla="val 12934"/>
            </a:avLst>
          </a:prstGeom>
          <a:solidFill>
            <a:schemeClr val="bg1"/>
          </a:solidFill>
          <a:ln w="9525" algn="ctr">
            <a:solidFill>
              <a:schemeClr val="tx2"/>
            </a:solidFill>
            <a:prstDash val="dash"/>
            <a:miter lim="800000"/>
            <a:headEnd/>
            <a:tailEnd/>
          </a:ln>
          <a:effectLst/>
        </p:spPr>
        <p:txBody>
          <a:bodyPr lIns="89977" tIns="45708" rIns="89954" bIns="71962" rtlCol="0" anchor="ctr"/>
          <a:lstStyle/>
          <a:p>
            <a:pPr algn="ctr" defTabSz="913852" fontAlgn="base">
              <a:spcAft>
                <a:spcPct val="0"/>
              </a:spcAft>
              <a:buClr>
                <a:srgbClr val="F0AB00"/>
              </a:buClr>
              <a:buSzPct val="80000"/>
            </a:pPr>
            <a:r>
              <a:rPr lang="en-US" sz="900" kern="0" dirty="0">
                <a:solidFill>
                  <a:srgbClr val="00185A"/>
                </a:solidFill>
                <a:latin typeface="72 Brand Medium"/>
                <a:ea typeface="Arial Unicode MS" pitchFamily="34" charset="-128"/>
                <a:cs typeface="Arial Unicode MS" pitchFamily="34" charset="-128"/>
              </a:rPr>
              <a:t>Out of scope of hands-on</a:t>
            </a:r>
          </a:p>
        </p:txBody>
      </p:sp>
      <p:sp>
        <p:nvSpPr>
          <p:cNvPr id="111" name="Rounded Rectangle 35">
            <a:extLst>
              <a:ext uri="{FF2B5EF4-FFF2-40B4-BE49-F238E27FC236}">
                <a16:creationId xmlns:a16="http://schemas.microsoft.com/office/drawing/2014/main" id="{CE9E18D9-24A8-5131-A7B5-17156CAAACDB}"/>
              </a:ext>
            </a:extLst>
          </p:cNvPr>
          <p:cNvSpPr/>
          <p:nvPr/>
        </p:nvSpPr>
        <p:spPr bwMode="gray">
          <a:xfrm>
            <a:off x="6969921" y="2786823"/>
            <a:ext cx="1272596"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Data action</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cxnSp>
        <p:nvCxnSpPr>
          <p:cNvPr id="112" name="To Story">
            <a:extLst>
              <a:ext uri="{FF2B5EF4-FFF2-40B4-BE49-F238E27FC236}">
                <a16:creationId xmlns:a16="http://schemas.microsoft.com/office/drawing/2014/main" id="{9FF2A66F-BE7A-3B44-8185-A4215557B25B}"/>
              </a:ext>
            </a:extLst>
          </p:cNvPr>
          <p:cNvCxnSpPr>
            <a:cxnSpLocks/>
          </p:cNvCxnSpPr>
          <p:nvPr/>
        </p:nvCxnSpPr>
        <p:spPr>
          <a:xfrm flipV="1">
            <a:off x="5448031" y="2621460"/>
            <a:ext cx="0" cy="165363"/>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3" name="Elbow Connector 83">
            <a:extLst>
              <a:ext uri="{FF2B5EF4-FFF2-40B4-BE49-F238E27FC236}">
                <a16:creationId xmlns:a16="http://schemas.microsoft.com/office/drawing/2014/main" id="{5BFAEB6B-1103-4CF0-1BC5-ECDA1CEC80D2}"/>
              </a:ext>
            </a:extLst>
          </p:cNvPr>
          <p:cNvCxnSpPr>
            <a:cxnSpLocks/>
            <a:endCxn id="111" idx="1"/>
          </p:cNvCxnSpPr>
          <p:nvPr/>
        </p:nvCxnSpPr>
        <p:spPr>
          <a:xfrm>
            <a:off x="6799608" y="2901264"/>
            <a:ext cx="170313"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4" name="Elbow Connector 113">
            <a:extLst>
              <a:ext uri="{FF2B5EF4-FFF2-40B4-BE49-F238E27FC236}">
                <a16:creationId xmlns:a16="http://schemas.microsoft.com/office/drawing/2014/main" id="{9A364095-AE0A-FEED-FB1D-6C0282598A85}"/>
              </a:ext>
            </a:extLst>
          </p:cNvPr>
          <p:cNvCxnSpPr>
            <a:cxnSpLocks/>
          </p:cNvCxnSpPr>
          <p:nvPr/>
        </p:nvCxnSpPr>
        <p:spPr>
          <a:xfrm flipH="1" flipV="1">
            <a:off x="6799608" y="2507019"/>
            <a:ext cx="1442909" cy="1128328"/>
          </a:xfrm>
          <a:prstGeom prst="bentConnector3">
            <a:avLst>
              <a:gd name="adj1" fmla="val -15843"/>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1129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1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18" grpId="0" animBg="1"/>
      <p:bldP spid="25" grpId="0" animBg="1"/>
      <p:bldP spid="27" grpId="0" animBg="1"/>
      <p:bldP spid="28" grpId="0" animBg="1"/>
      <p:bldP spid="29" grpId="0" animBg="1"/>
      <p:bldP spid="74" grpId="0" animBg="1"/>
      <p:bldP spid="76" grpId="0" animBg="1"/>
      <p:bldP spid="82" grpId="0" animBg="1"/>
      <p:bldP spid="111"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983B39-6D65-81F3-646B-4A42EE7DB292}"/>
            </a:ext>
          </a:extLst>
        </p:cNvPr>
        <p:cNvGrpSpPr/>
        <p:nvPr/>
      </p:nvGrpSpPr>
      <p:grpSpPr>
        <a:xfrm>
          <a:off x="0" y="0"/>
          <a:ext cx="0" cy="0"/>
          <a:chOff x="0" y="0"/>
          <a:chExt cx="0" cy="0"/>
        </a:xfrm>
      </p:grpSpPr>
      <p:graphicFrame>
        <p:nvGraphicFramePr>
          <p:cNvPr id="83" name="think-cell data - do not delete" hidden="1">
            <a:extLst>
              <a:ext uri="{FF2B5EF4-FFF2-40B4-BE49-F238E27FC236}">
                <a16:creationId xmlns:a16="http://schemas.microsoft.com/office/drawing/2014/main" id="{778E901F-ACFA-90E5-C33E-F49CE357FC76}"/>
              </a:ext>
            </a:extLst>
          </p:cNvPr>
          <p:cNvGraphicFramePr>
            <a:graphicFrameLocks noChangeAspect="1"/>
          </p:cNvGraphicFramePr>
          <p:nvPr>
            <p:custDataLst>
              <p:tags r:id="rId1"/>
            </p:custDataLst>
          </p:nvPr>
        </p:nvGraphicFramePr>
        <p:xfrm>
          <a:off x="1588" y="2480"/>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83" name="think-cell data - do not delete" hidden="1">
                        <a:extLst>
                          <a:ext uri="{FF2B5EF4-FFF2-40B4-BE49-F238E27FC236}">
                            <a16:creationId xmlns:a16="http://schemas.microsoft.com/office/drawing/2014/main" id="{778E901F-ACFA-90E5-C33E-F49CE357FC76}"/>
                          </a:ext>
                        </a:extLst>
                      </p:cNvPr>
                      <p:cNvPicPr/>
                      <p:nvPr/>
                    </p:nvPicPr>
                    <p:blipFill>
                      <a:blip r:embed="rId5"/>
                      <a:stretch>
                        <a:fillRect/>
                      </a:stretch>
                    </p:blipFill>
                    <p:spPr>
                      <a:xfrm>
                        <a:off x="1588" y="2480"/>
                        <a:ext cx="1588" cy="1588"/>
                      </a:xfrm>
                      <a:prstGeom prst="rect">
                        <a:avLst/>
                      </a:prstGeom>
                    </p:spPr>
                  </p:pic>
                </p:oleObj>
              </mc:Fallback>
            </mc:AlternateContent>
          </a:graphicData>
        </a:graphic>
      </p:graphicFrame>
      <p:sp>
        <p:nvSpPr>
          <p:cNvPr id="8" name="Rounded Rectangle 23">
            <a:extLst>
              <a:ext uri="{FF2B5EF4-FFF2-40B4-BE49-F238E27FC236}">
                <a16:creationId xmlns:a16="http://schemas.microsoft.com/office/drawing/2014/main" id="{DDB7B6B5-64A5-EAE1-B676-42BC3FD8EBD3}"/>
              </a:ext>
            </a:extLst>
          </p:cNvPr>
          <p:cNvSpPr/>
          <p:nvPr/>
        </p:nvSpPr>
        <p:spPr bwMode="gray">
          <a:xfrm>
            <a:off x="970266" y="2196470"/>
            <a:ext cx="10372648" cy="920205"/>
          </a:xfrm>
          <a:prstGeom prst="roundRect">
            <a:avLst>
              <a:gd name="adj" fmla="val 12934"/>
            </a:avLst>
          </a:prstGeom>
          <a:solidFill>
            <a:srgbClr val="D1EFFF"/>
          </a:solidFill>
          <a:ln w="9525" algn="ctr">
            <a:noFill/>
            <a:miter lim="800000"/>
            <a:headEnd/>
            <a:tailEnd/>
          </a:ln>
        </p:spPr>
        <p:txBody>
          <a:bodyPr lIns="89954" tIns="71943" rIns="89931" bIns="71943" rtlCol="0" anchor="ctr" anchorCtr="0"/>
          <a:lstStyle/>
          <a:p>
            <a:pPr defTabSz="913578" fontAlgn="base">
              <a:spcBef>
                <a:spcPct val="50000"/>
              </a:spcBef>
              <a:spcAft>
                <a:spcPct val="0"/>
              </a:spcAft>
              <a:buClr>
                <a:srgbClr val="F0AB00"/>
              </a:buClr>
              <a:buSzPct val="80000"/>
            </a:pPr>
            <a:r>
              <a:rPr lang="en-US" sz="1100" kern="0" dirty="0">
                <a:solidFill>
                  <a:srgbClr val="00144A"/>
                </a:solidFill>
                <a:latin typeface="72 Brand Medium" panose="020B0504030603020204" pitchFamily="34" charset="0"/>
                <a:ea typeface="Arial Unicode MS" pitchFamily="34" charset="-128"/>
                <a:cs typeface="Arial Unicode MS" pitchFamily="34" charset="-128"/>
              </a:rPr>
              <a:t>SAP Analytics Cloud</a:t>
            </a:r>
            <a:endParaRPr lang="en-US" sz="800" kern="0" dirty="0">
              <a:solidFill>
                <a:srgbClr val="00144A"/>
              </a:solidFill>
              <a:latin typeface="72 Brand" panose="020B0504030603020204" pitchFamily="34" charset="0"/>
              <a:ea typeface="Arial Unicode MS" pitchFamily="34" charset="-128"/>
              <a:cs typeface="Arial Unicode MS" pitchFamily="34" charset="-128"/>
            </a:endParaRPr>
          </a:p>
        </p:txBody>
      </p:sp>
      <p:sp>
        <p:nvSpPr>
          <p:cNvPr id="38" name="Rounded Rectangle 23">
            <a:extLst>
              <a:ext uri="{FF2B5EF4-FFF2-40B4-BE49-F238E27FC236}">
                <a16:creationId xmlns:a16="http://schemas.microsoft.com/office/drawing/2014/main" id="{3EAD2B55-D441-C70C-0913-E74EAFA57C42}"/>
              </a:ext>
            </a:extLst>
          </p:cNvPr>
          <p:cNvSpPr/>
          <p:nvPr/>
        </p:nvSpPr>
        <p:spPr bwMode="gray">
          <a:xfrm>
            <a:off x="970266" y="5804482"/>
            <a:ext cx="2690726" cy="735012"/>
          </a:xfrm>
          <a:prstGeom prst="roundRect">
            <a:avLst>
              <a:gd name="adj" fmla="val 18092"/>
            </a:avLst>
          </a:prstGeom>
          <a:solidFill>
            <a:schemeClr val="bg1"/>
          </a:solidFill>
          <a:ln w="9525" algn="ctr">
            <a:solidFill>
              <a:schemeClr val="tx2"/>
            </a:solidFill>
            <a:prstDash val="dash"/>
            <a:miter lim="800000"/>
            <a:headEnd/>
            <a:tailEnd/>
          </a:ln>
          <a:effectLst/>
        </p:spPr>
        <p:txBody>
          <a:bodyPr lIns="89977" tIns="45708" rIns="89954" bIns="71962" rtlCol="0" anchor="ctr"/>
          <a:lstStyle/>
          <a:p>
            <a:pPr defTabSz="913852" fontAlgn="base">
              <a:spcAft>
                <a:spcPct val="0"/>
              </a:spcAft>
              <a:buClr>
                <a:srgbClr val="F0AB00"/>
              </a:buClr>
              <a:buSzPct val="80000"/>
            </a:pPr>
            <a:r>
              <a:rPr lang="en-US" sz="1100" kern="0" dirty="0">
                <a:solidFill>
                  <a:srgbClr val="00185A"/>
                </a:solidFill>
                <a:latin typeface="72 Brand Medium"/>
                <a:ea typeface="Arial Unicode MS" pitchFamily="34" charset="-128"/>
                <a:cs typeface="Arial Unicode MS" pitchFamily="34" charset="-128"/>
              </a:rPr>
              <a:t>Source </a:t>
            </a:r>
            <a:br>
              <a:rPr lang="en-US" sz="1100" kern="0" dirty="0">
                <a:solidFill>
                  <a:srgbClr val="00185A"/>
                </a:solidFill>
                <a:latin typeface="72 Brand Medium"/>
                <a:ea typeface="Arial Unicode MS" pitchFamily="34" charset="-128"/>
                <a:cs typeface="Arial Unicode MS" pitchFamily="34" charset="-128"/>
              </a:rPr>
            </a:br>
            <a:r>
              <a:rPr lang="en-US" sz="1100" kern="0" dirty="0">
                <a:solidFill>
                  <a:srgbClr val="00185A"/>
                </a:solidFill>
                <a:latin typeface="72 Brand Medium"/>
                <a:ea typeface="Arial Unicode MS" pitchFamily="34" charset="-128"/>
                <a:cs typeface="Arial Unicode MS" pitchFamily="34" charset="-128"/>
              </a:rPr>
              <a:t>Systems</a:t>
            </a:r>
            <a:endParaRPr lang="en-US" sz="900" kern="0" dirty="0">
              <a:solidFill>
                <a:srgbClr val="00185A"/>
              </a:solidFill>
              <a:latin typeface="72 Brand"/>
              <a:ea typeface="Arial Unicode MS" pitchFamily="34" charset="-128"/>
              <a:cs typeface="Arial Unicode MS" pitchFamily="34" charset="-128"/>
            </a:endParaRPr>
          </a:p>
        </p:txBody>
      </p:sp>
      <p:sp>
        <p:nvSpPr>
          <p:cNvPr id="40" name="Rounded Rectangle 7">
            <a:extLst>
              <a:ext uri="{FF2B5EF4-FFF2-40B4-BE49-F238E27FC236}">
                <a16:creationId xmlns:a16="http://schemas.microsoft.com/office/drawing/2014/main" id="{465F1185-994C-8CDC-03E0-C3BD3C290339}"/>
              </a:ext>
            </a:extLst>
          </p:cNvPr>
          <p:cNvSpPr/>
          <p:nvPr/>
        </p:nvSpPr>
        <p:spPr bwMode="gray">
          <a:xfrm>
            <a:off x="2265154" y="6109508"/>
            <a:ext cx="959126" cy="179953"/>
          </a:xfrm>
          <a:prstGeom prst="roundRect">
            <a:avLst>
              <a:gd name="adj" fmla="val 15119"/>
            </a:avLst>
          </a:prstGeom>
          <a:solidFill>
            <a:srgbClr val="D1EFFF"/>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800" kern="0" dirty="0">
                <a:solidFill>
                  <a:srgbClr val="002A86"/>
                </a:solidFill>
                <a:latin typeface="72 Brand"/>
                <a:ea typeface="Arial Unicode MS" pitchFamily="34" charset="-128"/>
                <a:cs typeface="Arial Unicode MS" pitchFamily="34" charset="-128"/>
              </a:rPr>
              <a:t>S/4HANA PCE</a:t>
            </a:r>
          </a:p>
        </p:txBody>
      </p:sp>
      <p:sp>
        <p:nvSpPr>
          <p:cNvPr id="45" name="Rounded Rectangle 23">
            <a:extLst>
              <a:ext uri="{FF2B5EF4-FFF2-40B4-BE49-F238E27FC236}">
                <a16:creationId xmlns:a16="http://schemas.microsoft.com/office/drawing/2014/main" id="{6C113BF9-ED38-5DE0-58A2-2889BF58E5B2}"/>
              </a:ext>
            </a:extLst>
          </p:cNvPr>
          <p:cNvSpPr/>
          <p:nvPr/>
        </p:nvSpPr>
        <p:spPr bwMode="gray">
          <a:xfrm>
            <a:off x="970267" y="4786741"/>
            <a:ext cx="2690726" cy="882808"/>
          </a:xfrm>
          <a:prstGeom prst="roundRect">
            <a:avLst>
              <a:gd name="adj" fmla="val 12934"/>
            </a:avLst>
          </a:prstGeom>
          <a:solidFill>
            <a:schemeClr val="bg1"/>
          </a:solidFill>
          <a:ln w="9525" algn="ctr">
            <a:solidFill>
              <a:schemeClr val="tx2"/>
            </a:solidFill>
            <a:prstDash val="dash"/>
            <a:miter lim="800000"/>
            <a:headEnd/>
            <a:tailEnd/>
          </a:ln>
          <a:effectLst/>
        </p:spPr>
        <p:txBody>
          <a:bodyPr lIns="89977" tIns="45708" rIns="89954" bIns="71962" rtlCol="0" anchor="ctr"/>
          <a:lstStyle/>
          <a:p>
            <a:pPr defTabSz="913852" fontAlgn="base">
              <a:spcAft>
                <a:spcPct val="0"/>
              </a:spcAft>
              <a:buClr>
                <a:srgbClr val="F0AB00"/>
              </a:buClr>
              <a:buSzPct val="80000"/>
            </a:pPr>
            <a:r>
              <a:rPr lang="en-US" sz="1100" kern="0" dirty="0">
                <a:solidFill>
                  <a:srgbClr val="00185A"/>
                </a:solidFill>
                <a:latin typeface="72 Brand Medium"/>
                <a:ea typeface="Arial Unicode MS" pitchFamily="34" charset="-128"/>
                <a:cs typeface="Arial Unicode MS" pitchFamily="34" charset="-128"/>
              </a:rPr>
              <a:t>Object Store</a:t>
            </a:r>
          </a:p>
        </p:txBody>
      </p:sp>
      <p:sp>
        <p:nvSpPr>
          <p:cNvPr id="49" name="Rounded Rectangle 35">
            <a:extLst>
              <a:ext uri="{FF2B5EF4-FFF2-40B4-BE49-F238E27FC236}">
                <a16:creationId xmlns:a16="http://schemas.microsoft.com/office/drawing/2014/main" id="{F4278A6F-7821-5E48-B0C2-14C82C36E07F}"/>
              </a:ext>
            </a:extLst>
          </p:cNvPr>
          <p:cNvSpPr/>
          <p:nvPr/>
        </p:nvSpPr>
        <p:spPr bwMode="gray">
          <a:xfrm>
            <a:off x="2401320" y="5291767"/>
            <a:ext cx="822960" cy="228882"/>
          </a:xfrm>
          <a:prstGeom prst="roundRect">
            <a:avLst>
              <a:gd name="adj" fmla="val 11759"/>
            </a:avLst>
          </a:prstGeom>
          <a:solidFill>
            <a:srgbClr val="D1EFFF"/>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pPr>
            <a:r>
              <a:rPr lang="en-US" sz="800" kern="0" dirty="0">
                <a:solidFill>
                  <a:srgbClr val="002A86"/>
                </a:solidFill>
                <a:latin typeface="72 Brand"/>
                <a:ea typeface="Arial Unicode MS" pitchFamily="34" charset="-128"/>
                <a:cs typeface="Arial Unicode MS" pitchFamily="34" charset="-128"/>
              </a:rPr>
              <a:t>Master data</a:t>
            </a:r>
          </a:p>
        </p:txBody>
      </p:sp>
      <p:sp>
        <p:nvSpPr>
          <p:cNvPr id="51" name="Rounded Rectangle 35">
            <a:extLst>
              <a:ext uri="{FF2B5EF4-FFF2-40B4-BE49-F238E27FC236}">
                <a16:creationId xmlns:a16="http://schemas.microsoft.com/office/drawing/2014/main" id="{0CE5C59D-A7E0-2C19-8148-3383E0313D56}"/>
              </a:ext>
            </a:extLst>
          </p:cNvPr>
          <p:cNvSpPr/>
          <p:nvPr/>
        </p:nvSpPr>
        <p:spPr bwMode="gray">
          <a:xfrm>
            <a:off x="2401320" y="4945318"/>
            <a:ext cx="822960" cy="228882"/>
          </a:xfrm>
          <a:prstGeom prst="roundRect">
            <a:avLst>
              <a:gd name="adj" fmla="val 11759"/>
            </a:avLst>
          </a:prstGeom>
          <a:solidFill>
            <a:srgbClr val="D1EFFF"/>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pPr>
            <a:r>
              <a:rPr lang="en-US" sz="800" kern="0" dirty="0">
                <a:solidFill>
                  <a:srgbClr val="002A86"/>
                </a:solidFill>
                <a:latin typeface="72 Brand"/>
                <a:ea typeface="Arial Unicode MS" pitchFamily="34" charset="-128"/>
                <a:cs typeface="Arial Unicode MS" pitchFamily="34" charset="-128"/>
              </a:rPr>
              <a:t>Actuals</a:t>
            </a:r>
          </a:p>
        </p:txBody>
      </p:sp>
      <p:sp>
        <p:nvSpPr>
          <p:cNvPr id="62" name="Rounded Rectangle 23">
            <a:extLst>
              <a:ext uri="{FF2B5EF4-FFF2-40B4-BE49-F238E27FC236}">
                <a16:creationId xmlns:a16="http://schemas.microsoft.com/office/drawing/2014/main" id="{FE8B3F07-607F-A289-6C44-0C9270139D0F}"/>
              </a:ext>
            </a:extLst>
          </p:cNvPr>
          <p:cNvSpPr/>
          <p:nvPr/>
        </p:nvSpPr>
        <p:spPr bwMode="gray">
          <a:xfrm>
            <a:off x="970265" y="3366708"/>
            <a:ext cx="10372648" cy="1386871"/>
          </a:xfrm>
          <a:prstGeom prst="roundRect">
            <a:avLst>
              <a:gd name="adj" fmla="val 12934"/>
            </a:avLst>
          </a:prstGeom>
          <a:solidFill>
            <a:srgbClr val="D1EFFF"/>
          </a:solidFill>
          <a:ln w="9525" algn="ctr">
            <a:noFill/>
            <a:miter lim="800000"/>
            <a:headEnd/>
            <a:tailEnd/>
          </a:ln>
        </p:spPr>
        <p:txBody>
          <a:bodyPr lIns="89954" tIns="71943" rIns="89931" bIns="71943" rtlCol="0" anchor="ctr" anchorCtr="0"/>
          <a:lstStyle/>
          <a:p>
            <a:pPr defTabSz="913578" fontAlgn="base">
              <a:spcBef>
                <a:spcPct val="50000"/>
              </a:spcBef>
              <a:spcAft>
                <a:spcPct val="0"/>
              </a:spcAft>
              <a:buClr>
                <a:srgbClr val="F0AB00"/>
              </a:buClr>
              <a:buSzPct val="80000"/>
            </a:pPr>
            <a:r>
              <a:rPr lang="en-US" sz="1100" kern="0" dirty="0">
                <a:solidFill>
                  <a:srgbClr val="00144A"/>
                </a:solidFill>
                <a:latin typeface="72 Brand Medium" panose="020B0504030603020204" pitchFamily="34" charset="0"/>
                <a:ea typeface="Arial Unicode MS" pitchFamily="34" charset="-128"/>
                <a:cs typeface="Arial Unicode MS" pitchFamily="34" charset="-128"/>
              </a:rPr>
              <a:t>SAP Datasphere</a:t>
            </a:r>
            <a:endParaRPr lang="en-US" sz="800" kern="0" dirty="0">
              <a:solidFill>
                <a:srgbClr val="00144A"/>
              </a:solidFill>
              <a:latin typeface="72 Brand" panose="020B0504030603020204" pitchFamily="34" charset="0"/>
              <a:ea typeface="Arial Unicode MS" pitchFamily="34" charset="-128"/>
              <a:cs typeface="Arial Unicode MS" pitchFamily="34" charset="-128"/>
            </a:endParaRPr>
          </a:p>
        </p:txBody>
      </p:sp>
      <p:sp>
        <p:nvSpPr>
          <p:cNvPr id="64" name="Rounded Rectangle 35">
            <a:extLst>
              <a:ext uri="{FF2B5EF4-FFF2-40B4-BE49-F238E27FC236}">
                <a16:creationId xmlns:a16="http://schemas.microsoft.com/office/drawing/2014/main" id="{F972E391-CE8F-A896-3CA7-08E5393B97B4}"/>
              </a:ext>
            </a:extLst>
          </p:cNvPr>
          <p:cNvSpPr/>
          <p:nvPr/>
        </p:nvSpPr>
        <p:spPr bwMode="gray">
          <a:xfrm>
            <a:off x="5539936" y="4260814"/>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Master data</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65" name="Rounded Rectangle 35">
            <a:extLst>
              <a:ext uri="{FF2B5EF4-FFF2-40B4-BE49-F238E27FC236}">
                <a16:creationId xmlns:a16="http://schemas.microsoft.com/office/drawing/2014/main" id="{B0E8AAEB-846B-9D3D-584F-20F43F89EF7A}"/>
              </a:ext>
            </a:extLst>
          </p:cNvPr>
          <p:cNvSpPr/>
          <p:nvPr/>
        </p:nvSpPr>
        <p:spPr bwMode="gray">
          <a:xfrm>
            <a:off x="4096454" y="4260814"/>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Actuals</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2" name="Rounded Rectangle 23">
            <a:extLst>
              <a:ext uri="{FF2B5EF4-FFF2-40B4-BE49-F238E27FC236}">
                <a16:creationId xmlns:a16="http://schemas.microsoft.com/office/drawing/2014/main" id="{4B25B79C-2987-BB40-B048-318FA9C9F612}"/>
              </a:ext>
            </a:extLst>
          </p:cNvPr>
          <p:cNvSpPr/>
          <p:nvPr/>
        </p:nvSpPr>
        <p:spPr bwMode="gray">
          <a:xfrm>
            <a:off x="3901361" y="4567748"/>
            <a:ext cx="7441552" cy="1250701"/>
          </a:xfrm>
          <a:prstGeom prst="roundRect">
            <a:avLst>
              <a:gd name="adj" fmla="val 12934"/>
            </a:avLst>
          </a:prstGeom>
          <a:solidFill>
            <a:srgbClr val="D1EFFF"/>
          </a:solidFill>
          <a:ln w="9525" algn="ctr">
            <a:noFill/>
            <a:miter lim="800000"/>
            <a:headEnd/>
            <a:tailEnd/>
          </a:ln>
        </p:spPr>
        <p:txBody>
          <a:bodyPr lIns="89954" tIns="71943" rIns="89931" bIns="71943" rtlCol="0" anchor="ctr" anchorCtr="0"/>
          <a:lstStyle/>
          <a:p>
            <a:pPr defTabSz="913578" fontAlgn="base">
              <a:spcBef>
                <a:spcPct val="50000"/>
              </a:spcBef>
              <a:spcAft>
                <a:spcPct val="0"/>
              </a:spcAft>
              <a:buClr>
                <a:srgbClr val="F0AB00"/>
              </a:buClr>
              <a:buSzPct val="80000"/>
            </a:pPr>
            <a:endParaRPr lang="en-US" sz="800" b="1" kern="0" dirty="0">
              <a:solidFill>
                <a:srgbClr val="00144A"/>
              </a:solidFill>
              <a:latin typeface="72 Brand" panose="020B0504030603020204" pitchFamily="34" charset="0"/>
              <a:ea typeface="Arial Unicode MS" pitchFamily="34" charset="-128"/>
              <a:cs typeface="Arial Unicode MS" pitchFamily="34" charset="-128"/>
            </a:endParaRPr>
          </a:p>
        </p:txBody>
      </p:sp>
      <p:sp>
        <p:nvSpPr>
          <p:cNvPr id="3" name="Rounded Rectangle 23">
            <a:extLst>
              <a:ext uri="{FF2B5EF4-FFF2-40B4-BE49-F238E27FC236}">
                <a16:creationId xmlns:a16="http://schemas.microsoft.com/office/drawing/2014/main" id="{AB0C210E-B069-6F5A-E752-B52DE0A58D8E}"/>
              </a:ext>
            </a:extLst>
          </p:cNvPr>
          <p:cNvSpPr/>
          <p:nvPr/>
        </p:nvSpPr>
        <p:spPr bwMode="gray">
          <a:xfrm>
            <a:off x="7178511" y="4792862"/>
            <a:ext cx="2690726" cy="882808"/>
          </a:xfrm>
          <a:prstGeom prst="roundRect">
            <a:avLst>
              <a:gd name="adj" fmla="val 12934"/>
            </a:avLst>
          </a:prstGeom>
          <a:solidFill>
            <a:srgbClr val="D1EFFF"/>
          </a:solidFill>
          <a:ln w="9525" algn="ctr">
            <a:solidFill>
              <a:schemeClr val="tx2"/>
            </a:solidFill>
            <a:prstDash val="dash"/>
            <a:miter lim="800000"/>
            <a:headEnd/>
            <a:tailEnd/>
          </a:ln>
          <a:effectLst/>
        </p:spPr>
        <p:txBody>
          <a:bodyPr lIns="89977" tIns="45708" rIns="89954" bIns="71962" rtlCol="0" anchor="ctr"/>
          <a:lstStyle/>
          <a:p>
            <a:pPr defTabSz="913852" fontAlgn="base">
              <a:spcAft>
                <a:spcPct val="0"/>
              </a:spcAft>
              <a:buClr>
                <a:srgbClr val="F0AB00"/>
              </a:buClr>
              <a:buSzPct val="80000"/>
            </a:pPr>
            <a:r>
              <a:rPr lang="en-US" sz="1100" kern="0" dirty="0">
                <a:solidFill>
                  <a:srgbClr val="00185A"/>
                </a:solidFill>
                <a:latin typeface="72 Brand Medium"/>
                <a:ea typeface="Arial Unicode MS" pitchFamily="34" charset="-128"/>
                <a:cs typeface="Arial Unicode MS" pitchFamily="34" charset="-128"/>
              </a:rPr>
              <a:t>SAP-managed space</a:t>
            </a:r>
            <a:br>
              <a:rPr lang="en-US" sz="1100" kern="0" dirty="0">
                <a:solidFill>
                  <a:srgbClr val="00185A"/>
                </a:solidFill>
                <a:latin typeface="72 Brand Medium"/>
                <a:ea typeface="Arial Unicode MS" pitchFamily="34" charset="-128"/>
                <a:cs typeface="Arial Unicode MS" pitchFamily="34" charset="-128"/>
              </a:rPr>
            </a:br>
            <a:r>
              <a:rPr lang="en-US" sz="1100" kern="0" dirty="0">
                <a:solidFill>
                  <a:srgbClr val="00185A"/>
                </a:solidFill>
                <a:latin typeface="72 Brand Medium"/>
                <a:ea typeface="Arial Unicode MS" pitchFamily="34" charset="-128"/>
                <a:cs typeface="Arial Unicode MS" pitchFamily="34" charset="-128"/>
              </a:rPr>
              <a:t>copy </a:t>
            </a:r>
          </a:p>
        </p:txBody>
      </p:sp>
      <p:sp>
        <p:nvSpPr>
          <p:cNvPr id="4" name="Rounded Rectangle 23">
            <a:extLst>
              <a:ext uri="{FF2B5EF4-FFF2-40B4-BE49-F238E27FC236}">
                <a16:creationId xmlns:a16="http://schemas.microsoft.com/office/drawing/2014/main" id="{5F432230-C761-F7A3-6E22-B68049E445D4}"/>
              </a:ext>
            </a:extLst>
          </p:cNvPr>
          <p:cNvSpPr/>
          <p:nvPr/>
        </p:nvSpPr>
        <p:spPr bwMode="gray">
          <a:xfrm>
            <a:off x="4194573" y="4786741"/>
            <a:ext cx="2690726" cy="882808"/>
          </a:xfrm>
          <a:prstGeom prst="roundRect">
            <a:avLst>
              <a:gd name="adj" fmla="val 12934"/>
            </a:avLst>
          </a:prstGeom>
          <a:solidFill>
            <a:srgbClr val="D1EFFF"/>
          </a:solidFill>
          <a:ln w="9525" algn="ctr">
            <a:solidFill>
              <a:schemeClr val="tx2"/>
            </a:solidFill>
            <a:prstDash val="dash"/>
            <a:miter lim="800000"/>
            <a:headEnd/>
            <a:tailEnd/>
          </a:ln>
          <a:effectLst/>
        </p:spPr>
        <p:txBody>
          <a:bodyPr lIns="89977" tIns="45708" rIns="89954" bIns="71962" rtlCol="0" anchor="ctr"/>
          <a:lstStyle/>
          <a:p>
            <a:pPr defTabSz="913852" fontAlgn="base">
              <a:spcAft>
                <a:spcPct val="0"/>
              </a:spcAft>
              <a:buClr>
                <a:srgbClr val="F0AB00"/>
              </a:buClr>
              <a:buSzPct val="80000"/>
            </a:pPr>
            <a:r>
              <a:rPr lang="en-US" sz="1100" kern="0" dirty="0">
                <a:solidFill>
                  <a:srgbClr val="00185A"/>
                </a:solidFill>
                <a:latin typeface="72 Brand Medium"/>
                <a:ea typeface="Arial Unicode MS" pitchFamily="34" charset="-128"/>
                <a:cs typeface="Arial Unicode MS" pitchFamily="34" charset="-128"/>
              </a:rPr>
              <a:t>SAP-managed spaces</a:t>
            </a:r>
          </a:p>
        </p:txBody>
      </p:sp>
      <p:sp>
        <p:nvSpPr>
          <p:cNvPr id="5" name="Rounded Rectangle 35">
            <a:extLst>
              <a:ext uri="{FF2B5EF4-FFF2-40B4-BE49-F238E27FC236}">
                <a16:creationId xmlns:a16="http://schemas.microsoft.com/office/drawing/2014/main" id="{C970541A-CEF5-8730-5917-2EFCC110AC95}"/>
              </a:ext>
            </a:extLst>
          </p:cNvPr>
          <p:cNvSpPr/>
          <p:nvPr/>
        </p:nvSpPr>
        <p:spPr bwMode="gray">
          <a:xfrm>
            <a:off x="5823887" y="5289295"/>
            <a:ext cx="822960" cy="228882"/>
          </a:xfrm>
          <a:prstGeom prst="roundRect">
            <a:avLst>
              <a:gd name="adj" fmla="val 11759"/>
            </a:avLst>
          </a:prstGeom>
          <a:solidFill>
            <a:schemeClr val="bg1"/>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pPr>
            <a:r>
              <a:rPr lang="en-US" sz="800" kern="0" dirty="0">
                <a:solidFill>
                  <a:srgbClr val="002A86"/>
                </a:solidFill>
                <a:latin typeface="72 Brand"/>
                <a:ea typeface="Arial Unicode MS" pitchFamily="34" charset="-128"/>
                <a:cs typeface="Arial Unicode MS" pitchFamily="34" charset="-128"/>
              </a:rPr>
              <a:t>Master data</a:t>
            </a:r>
          </a:p>
        </p:txBody>
      </p:sp>
      <p:sp>
        <p:nvSpPr>
          <p:cNvPr id="6" name="Rounded Rectangle 35">
            <a:extLst>
              <a:ext uri="{FF2B5EF4-FFF2-40B4-BE49-F238E27FC236}">
                <a16:creationId xmlns:a16="http://schemas.microsoft.com/office/drawing/2014/main" id="{87620FDA-3BD9-2D9A-262D-4F3C82C42184}"/>
              </a:ext>
            </a:extLst>
          </p:cNvPr>
          <p:cNvSpPr/>
          <p:nvPr/>
        </p:nvSpPr>
        <p:spPr bwMode="gray">
          <a:xfrm>
            <a:off x="5823887" y="4942846"/>
            <a:ext cx="822960" cy="228882"/>
          </a:xfrm>
          <a:prstGeom prst="roundRect">
            <a:avLst>
              <a:gd name="adj" fmla="val 11759"/>
            </a:avLst>
          </a:prstGeom>
          <a:solidFill>
            <a:schemeClr val="bg1"/>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pPr>
            <a:r>
              <a:rPr lang="en-US" sz="800" kern="0" dirty="0">
                <a:solidFill>
                  <a:srgbClr val="002A86"/>
                </a:solidFill>
                <a:latin typeface="72 Brand"/>
                <a:ea typeface="Arial Unicode MS" pitchFamily="34" charset="-128"/>
                <a:cs typeface="Arial Unicode MS" pitchFamily="34" charset="-128"/>
              </a:rPr>
              <a:t>Actuals</a:t>
            </a:r>
          </a:p>
        </p:txBody>
      </p:sp>
      <p:sp>
        <p:nvSpPr>
          <p:cNvPr id="7" name="Rounded Rectangle 35">
            <a:extLst>
              <a:ext uri="{FF2B5EF4-FFF2-40B4-BE49-F238E27FC236}">
                <a16:creationId xmlns:a16="http://schemas.microsoft.com/office/drawing/2014/main" id="{327A68FA-BA13-F478-5DC4-0F4688E411E4}"/>
              </a:ext>
            </a:extLst>
          </p:cNvPr>
          <p:cNvSpPr/>
          <p:nvPr/>
        </p:nvSpPr>
        <p:spPr bwMode="gray">
          <a:xfrm>
            <a:off x="8850115" y="5328578"/>
            <a:ext cx="822960" cy="228882"/>
          </a:xfrm>
          <a:prstGeom prst="roundRect">
            <a:avLst>
              <a:gd name="adj" fmla="val 11759"/>
            </a:avLst>
          </a:prstGeom>
          <a:solidFill>
            <a:schemeClr val="bg1"/>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pPr>
            <a:r>
              <a:rPr lang="en-US" sz="800" kern="0" dirty="0">
                <a:solidFill>
                  <a:srgbClr val="002A86"/>
                </a:solidFill>
                <a:latin typeface="72 Brand"/>
                <a:ea typeface="Arial Unicode MS" pitchFamily="34" charset="-128"/>
                <a:cs typeface="Arial Unicode MS" pitchFamily="34" charset="-128"/>
              </a:rPr>
              <a:t>Master data</a:t>
            </a:r>
          </a:p>
        </p:txBody>
      </p:sp>
      <p:sp>
        <p:nvSpPr>
          <p:cNvPr id="13" name="Rounded Rectangle 35">
            <a:extLst>
              <a:ext uri="{FF2B5EF4-FFF2-40B4-BE49-F238E27FC236}">
                <a16:creationId xmlns:a16="http://schemas.microsoft.com/office/drawing/2014/main" id="{9555EC0C-BE55-0C06-CEF7-E3A6D20B0EAF}"/>
              </a:ext>
            </a:extLst>
          </p:cNvPr>
          <p:cNvSpPr/>
          <p:nvPr/>
        </p:nvSpPr>
        <p:spPr bwMode="gray">
          <a:xfrm>
            <a:off x="8850115" y="4982129"/>
            <a:ext cx="822960" cy="228882"/>
          </a:xfrm>
          <a:prstGeom prst="roundRect">
            <a:avLst>
              <a:gd name="adj" fmla="val 11759"/>
            </a:avLst>
          </a:prstGeom>
          <a:solidFill>
            <a:schemeClr val="bg1"/>
          </a:solidFill>
          <a:ln w="25400" algn="ctr">
            <a:noFill/>
            <a:miter lim="800000"/>
            <a:headEnd/>
            <a:tailEnd/>
          </a:ln>
        </p:spPr>
        <p:txBody>
          <a:bodyPr lIns="89931" tIns="71943" rIns="89931" bIns="71943" rtlCol="0" anchor="ctr"/>
          <a:lstStyle/>
          <a:p>
            <a:pPr algn="ctr" defTabSz="913578" fontAlgn="base">
              <a:spcBef>
                <a:spcPct val="50000"/>
              </a:spcBef>
              <a:spcAft>
                <a:spcPct val="0"/>
              </a:spcAft>
              <a:buClr>
                <a:srgbClr val="F0AB00"/>
              </a:buClr>
              <a:buSzPct val="80000"/>
            </a:pPr>
            <a:r>
              <a:rPr lang="en-US" sz="800" kern="0" dirty="0">
                <a:solidFill>
                  <a:srgbClr val="002A86"/>
                </a:solidFill>
                <a:latin typeface="72 Brand"/>
                <a:ea typeface="Arial Unicode MS" pitchFamily="34" charset="-128"/>
                <a:cs typeface="Arial Unicode MS" pitchFamily="34" charset="-128"/>
              </a:rPr>
              <a:t>Actuals</a:t>
            </a:r>
          </a:p>
        </p:txBody>
      </p:sp>
      <p:sp>
        <p:nvSpPr>
          <p:cNvPr id="18" name="Rounded Rectangle 23">
            <a:extLst>
              <a:ext uri="{FF2B5EF4-FFF2-40B4-BE49-F238E27FC236}">
                <a16:creationId xmlns:a16="http://schemas.microsoft.com/office/drawing/2014/main" id="{86A95B96-6A30-9387-FFCF-A327B797FAA1}"/>
              </a:ext>
            </a:extLst>
          </p:cNvPr>
          <p:cNvSpPr/>
          <p:nvPr/>
        </p:nvSpPr>
        <p:spPr bwMode="gray">
          <a:xfrm>
            <a:off x="2401320" y="3429001"/>
            <a:ext cx="7467916" cy="1210222"/>
          </a:xfrm>
          <a:prstGeom prst="roundRect">
            <a:avLst>
              <a:gd name="adj" fmla="val 12934"/>
            </a:avLst>
          </a:prstGeom>
          <a:noFill/>
          <a:ln w="9525" algn="ctr">
            <a:solidFill>
              <a:schemeClr val="tx2"/>
            </a:solidFill>
            <a:miter lim="800000"/>
            <a:headEnd/>
            <a:tailEnd/>
          </a:ln>
          <a:effectLst/>
        </p:spPr>
        <p:txBody>
          <a:bodyPr lIns="89977" tIns="45708" rIns="89954" bIns="71962" rtlCol="0" anchor="ctr"/>
          <a:lstStyle/>
          <a:p>
            <a:pPr defTabSz="913852" fontAlgn="base">
              <a:spcAft>
                <a:spcPct val="0"/>
              </a:spcAft>
              <a:buClr>
                <a:srgbClr val="F0AB00"/>
              </a:buClr>
              <a:buSzPct val="80000"/>
            </a:pPr>
            <a:r>
              <a:rPr lang="en-US" sz="1100" kern="0" dirty="0">
                <a:solidFill>
                  <a:srgbClr val="00185A"/>
                </a:solidFill>
                <a:latin typeface="72 Brand Medium"/>
                <a:ea typeface="Arial Unicode MS" pitchFamily="34" charset="-128"/>
                <a:cs typeface="Arial Unicode MS" pitchFamily="34" charset="-128"/>
              </a:rPr>
              <a:t>User space</a:t>
            </a:r>
          </a:p>
        </p:txBody>
      </p:sp>
      <p:pic>
        <p:nvPicPr>
          <p:cNvPr id="20" name="Graphic 19" descr="Share with solid fill">
            <a:extLst>
              <a:ext uri="{FF2B5EF4-FFF2-40B4-BE49-F238E27FC236}">
                <a16:creationId xmlns:a16="http://schemas.microsoft.com/office/drawing/2014/main" id="{A9F02C0A-0302-5201-AD78-0E78295E0A9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00870" y="4207079"/>
            <a:ext cx="327507" cy="327507"/>
          </a:xfrm>
          <a:prstGeom prst="rect">
            <a:avLst/>
          </a:prstGeom>
        </p:spPr>
      </p:pic>
      <p:pic>
        <p:nvPicPr>
          <p:cNvPr id="24" name="Graphic 23" descr="Share with solid fill">
            <a:extLst>
              <a:ext uri="{FF2B5EF4-FFF2-40B4-BE49-F238E27FC236}">
                <a16:creationId xmlns:a16="http://schemas.microsoft.com/office/drawing/2014/main" id="{89A2A327-07A3-7ADB-3BE9-D661D640A6B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44352" y="4207079"/>
            <a:ext cx="327507" cy="327507"/>
          </a:xfrm>
          <a:prstGeom prst="rect">
            <a:avLst/>
          </a:prstGeom>
        </p:spPr>
      </p:pic>
      <p:sp>
        <p:nvSpPr>
          <p:cNvPr id="25" name="Rounded Rectangle 35">
            <a:extLst>
              <a:ext uri="{FF2B5EF4-FFF2-40B4-BE49-F238E27FC236}">
                <a16:creationId xmlns:a16="http://schemas.microsoft.com/office/drawing/2014/main" id="{EBDD53A2-5976-BC91-2FF1-3EC52A4978A9}"/>
              </a:ext>
            </a:extLst>
          </p:cNvPr>
          <p:cNvSpPr/>
          <p:nvPr/>
        </p:nvSpPr>
        <p:spPr bwMode="gray">
          <a:xfrm>
            <a:off x="4096454" y="3890860"/>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Fin. planning model basis view</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27" name="Rounded Rectangle 35">
            <a:extLst>
              <a:ext uri="{FF2B5EF4-FFF2-40B4-BE49-F238E27FC236}">
                <a16:creationId xmlns:a16="http://schemas.microsoft.com/office/drawing/2014/main" id="{8F10A042-205B-2C62-BA04-A0623002301D}"/>
              </a:ext>
            </a:extLst>
          </p:cNvPr>
          <p:cNvSpPr/>
          <p:nvPr/>
        </p:nvSpPr>
        <p:spPr bwMode="gray">
          <a:xfrm>
            <a:off x="4096454" y="2786823"/>
            <a:ext cx="2703154"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Financial planning model</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28" name="Rounded Rectangle 35">
            <a:extLst>
              <a:ext uri="{FF2B5EF4-FFF2-40B4-BE49-F238E27FC236}">
                <a16:creationId xmlns:a16="http://schemas.microsoft.com/office/drawing/2014/main" id="{36CB1AB0-6EAF-2A03-1633-E3EAFBD1E7E1}"/>
              </a:ext>
            </a:extLst>
          </p:cNvPr>
          <p:cNvSpPr/>
          <p:nvPr/>
        </p:nvSpPr>
        <p:spPr bwMode="gray">
          <a:xfrm>
            <a:off x="5539936" y="3890860"/>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Fin. planning model data</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29" name="Rounded Rectangle 35">
            <a:extLst>
              <a:ext uri="{FF2B5EF4-FFF2-40B4-BE49-F238E27FC236}">
                <a16:creationId xmlns:a16="http://schemas.microsoft.com/office/drawing/2014/main" id="{B28E9C4E-8559-DF98-4483-0B9A94B46658}"/>
              </a:ext>
            </a:extLst>
          </p:cNvPr>
          <p:cNvSpPr/>
          <p:nvPr/>
        </p:nvSpPr>
        <p:spPr bwMode="gray">
          <a:xfrm>
            <a:off x="8331199" y="4260814"/>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HR planning </a:t>
            </a:r>
            <a:br>
              <a:rPr lang="en-US" sz="900" kern="0" dirty="0">
                <a:solidFill>
                  <a:srgbClr val="002A86"/>
                </a:solidFill>
                <a:latin typeface="72 Brand" panose="020B0504030603020204" pitchFamily="34" charset="0"/>
                <a:ea typeface="Arial Unicode MS" pitchFamily="34" charset="-128"/>
                <a:cs typeface="Arial Unicode MS" pitchFamily="34" charset="-128"/>
              </a:rPr>
            </a:br>
            <a:r>
              <a:rPr lang="en-US" sz="900" kern="0" dirty="0">
                <a:solidFill>
                  <a:srgbClr val="002A86"/>
                </a:solidFill>
                <a:latin typeface="72 Brand" panose="020B0504030603020204" pitchFamily="34" charset="0"/>
                <a:ea typeface="Arial Unicode MS" pitchFamily="34" charset="-128"/>
                <a:cs typeface="Arial Unicode MS" pitchFamily="34" charset="-128"/>
              </a:rPr>
              <a:t>model data</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pic>
        <p:nvPicPr>
          <p:cNvPr id="30" name="Graphic 29" descr="Share with solid fill">
            <a:extLst>
              <a:ext uri="{FF2B5EF4-FFF2-40B4-BE49-F238E27FC236}">
                <a16:creationId xmlns:a16="http://schemas.microsoft.com/office/drawing/2014/main" id="{C2E46210-2267-0197-FB3D-B3CEAB5BF3A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35615" y="4207079"/>
            <a:ext cx="327507" cy="327507"/>
          </a:xfrm>
          <a:prstGeom prst="rect">
            <a:avLst/>
          </a:prstGeom>
        </p:spPr>
      </p:pic>
      <p:cxnSp>
        <p:nvCxnSpPr>
          <p:cNvPr id="32" name="Elbow Connector 31">
            <a:extLst>
              <a:ext uri="{FF2B5EF4-FFF2-40B4-BE49-F238E27FC236}">
                <a16:creationId xmlns:a16="http://schemas.microsoft.com/office/drawing/2014/main" id="{CA05684A-5B56-1B0D-051B-1B4EA68253E6}"/>
              </a:ext>
            </a:extLst>
          </p:cNvPr>
          <p:cNvCxnSpPr>
            <a:cxnSpLocks/>
            <a:stCxn id="25" idx="0"/>
          </p:cNvCxnSpPr>
          <p:nvPr/>
        </p:nvCxnSpPr>
        <p:spPr>
          <a:xfrm rot="5400000" flipH="1" flipV="1">
            <a:off x="4566062" y="3161290"/>
            <a:ext cx="889798" cy="569342"/>
          </a:xfrm>
          <a:prstGeom prst="bentConnector3">
            <a:avLst>
              <a:gd name="adj1" fmla="val 72100"/>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86D94B71-0CE3-0FE9-7C69-7636D7144A74}"/>
              </a:ext>
            </a:extLst>
          </p:cNvPr>
          <p:cNvCxnSpPr>
            <a:cxnSpLocks/>
            <a:endCxn id="28" idx="0"/>
          </p:cNvCxnSpPr>
          <p:nvPr/>
        </p:nvCxnSpPr>
        <p:spPr>
          <a:xfrm rot="16200000" flipH="1">
            <a:off x="5440202" y="3161290"/>
            <a:ext cx="889798" cy="569342"/>
          </a:xfrm>
          <a:prstGeom prst="bentConnector3">
            <a:avLst>
              <a:gd name="adj1" fmla="val 26795"/>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a:extLst>
              <a:ext uri="{FF2B5EF4-FFF2-40B4-BE49-F238E27FC236}">
                <a16:creationId xmlns:a16="http://schemas.microsoft.com/office/drawing/2014/main" id="{DC26F37A-7BD2-2EED-34BB-567F242307C1}"/>
              </a:ext>
            </a:extLst>
          </p:cNvPr>
          <p:cNvCxnSpPr>
            <a:cxnSpLocks/>
            <a:stCxn id="64" idx="0"/>
            <a:endCxn id="27" idx="2"/>
          </p:cNvCxnSpPr>
          <p:nvPr/>
        </p:nvCxnSpPr>
        <p:spPr>
          <a:xfrm rot="16200000" flipV="1">
            <a:off x="5186348" y="3277389"/>
            <a:ext cx="1245109" cy="721741"/>
          </a:xfrm>
          <a:prstGeom prst="bentConnector3">
            <a:avLst>
              <a:gd name="adj1" fmla="val 7358"/>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a:extLst>
              <a:ext uri="{FF2B5EF4-FFF2-40B4-BE49-F238E27FC236}">
                <a16:creationId xmlns:a16="http://schemas.microsoft.com/office/drawing/2014/main" id="{432F81C5-4D4E-71BD-9CAB-324520B84C6C}"/>
              </a:ext>
            </a:extLst>
          </p:cNvPr>
          <p:cNvCxnSpPr>
            <a:cxnSpLocks/>
          </p:cNvCxnSpPr>
          <p:nvPr/>
        </p:nvCxnSpPr>
        <p:spPr>
          <a:xfrm rot="16200000" flipV="1">
            <a:off x="7061200" y="2358100"/>
            <a:ext cx="1245109" cy="2560320"/>
          </a:xfrm>
          <a:prstGeom prst="bentConnector3">
            <a:avLst>
              <a:gd name="adj1" fmla="val 80797"/>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Rounded Rectangle 35">
            <a:extLst>
              <a:ext uri="{FF2B5EF4-FFF2-40B4-BE49-F238E27FC236}">
                <a16:creationId xmlns:a16="http://schemas.microsoft.com/office/drawing/2014/main" id="{18B4CC2B-A6E4-4C92-7F9B-4B6CAA3CD472}"/>
              </a:ext>
            </a:extLst>
          </p:cNvPr>
          <p:cNvSpPr/>
          <p:nvPr/>
        </p:nvSpPr>
        <p:spPr bwMode="gray">
          <a:xfrm>
            <a:off x="4096454" y="2392578"/>
            <a:ext cx="2703154"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Story</a:t>
            </a:r>
            <a:br>
              <a:rPr lang="en-US" sz="900" kern="0" dirty="0">
                <a:solidFill>
                  <a:srgbClr val="002A86"/>
                </a:solidFill>
                <a:latin typeface="72 Brand" panose="020B0504030603020204" pitchFamily="34" charset="0"/>
                <a:ea typeface="Arial Unicode MS" pitchFamily="34" charset="-128"/>
                <a:cs typeface="Arial Unicode MS" pitchFamily="34" charset="-128"/>
              </a:rPr>
            </a:br>
            <a:r>
              <a:rPr lang="en-US" sz="900" kern="0" dirty="0">
                <a:solidFill>
                  <a:srgbClr val="002A86"/>
                </a:solidFill>
                <a:latin typeface="72 Brand" panose="020B0504030603020204" pitchFamily="34" charset="0"/>
                <a:ea typeface="Arial Unicode MS" pitchFamily="34" charset="-128"/>
                <a:cs typeface="Arial Unicode MS" pitchFamily="34" charset="-128"/>
              </a:rPr>
              <a:t>Planning | Reporting</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76" name="Rounded Rectangle 35">
            <a:extLst>
              <a:ext uri="{FF2B5EF4-FFF2-40B4-BE49-F238E27FC236}">
                <a16:creationId xmlns:a16="http://schemas.microsoft.com/office/drawing/2014/main" id="{49EBD47E-E9A3-8825-60FC-D81D948C60D4}"/>
              </a:ext>
            </a:extLst>
          </p:cNvPr>
          <p:cNvSpPr/>
          <p:nvPr/>
        </p:nvSpPr>
        <p:spPr bwMode="gray">
          <a:xfrm>
            <a:off x="6982845" y="3520906"/>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Plan vs. ACT Analytic Model</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sp>
        <p:nvSpPr>
          <p:cNvPr id="82" name="Rounded Rectangle 35">
            <a:extLst>
              <a:ext uri="{FF2B5EF4-FFF2-40B4-BE49-F238E27FC236}">
                <a16:creationId xmlns:a16="http://schemas.microsoft.com/office/drawing/2014/main" id="{BFBAA396-2AED-0999-C84B-DE3636F23DAF}"/>
              </a:ext>
            </a:extLst>
          </p:cNvPr>
          <p:cNvSpPr/>
          <p:nvPr/>
        </p:nvSpPr>
        <p:spPr bwMode="gray">
          <a:xfrm>
            <a:off x="6982845" y="3890860"/>
            <a:ext cx="1259672"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Plan vs. ACT Union</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cxnSp>
        <p:nvCxnSpPr>
          <p:cNvPr id="84" name="Elbow Connector 83">
            <a:extLst>
              <a:ext uri="{FF2B5EF4-FFF2-40B4-BE49-F238E27FC236}">
                <a16:creationId xmlns:a16="http://schemas.microsoft.com/office/drawing/2014/main" id="{475F3FDE-47C4-3670-0867-AA26FB9B43AD}"/>
              </a:ext>
            </a:extLst>
          </p:cNvPr>
          <p:cNvCxnSpPr>
            <a:cxnSpLocks/>
            <a:stCxn id="65" idx="0"/>
            <a:endCxn id="25" idx="2"/>
          </p:cNvCxnSpPr>
          <p:nvPr/>
        </p:nvCxnSpPr>
        <p:spPr>
          <a:xfrm flipV="1">
            <a:off x="4726290" y="4119742"/>
            <a:ext cx="0" cy="14107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9" name="Elbow Connector 88">
            <a:extLst>
              <a:ext uri="{FF2B5EF4-FFF2-40B4-BE49-F238E27FC236}">
                <a16:creationId xmlns:a16="http://schemas.microsoft.com/office/drawing/2014/main" id="{223BC97D-56ED-EBD6-B6BB-A3D7733C8F7D}"/>
              </a:ext>
            </a:extLst>
          </p:cNvPr>
          <p:cNvCxnSpPr>
            <a:cxnSpLocks/>
            <a:stCxn id="28" idx="3"/>
            <a:endCxn id="82" idx="2"/>
          </p:cNvCxnSpPr>
          <p:nvPr/>
        </p:nvCxnSpPr>
        <p:spPr>
          <a:xfrm>
            <a:off x="6799608" y="4005301"/>
            <a:ext cx="813073" cy="114441"/>
          </a:xfrm>
          <a:prstGeom prst="bentConnector4">
            <a:avLst>
              <a:gd name="adj1" fmla="val 11268"/>
              <a:gd name="adj2" fmla="val 325528"/>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3" name="Elbow Connector 92">
            <a:extLst>
              <a:ext uri="{FF2B5EF4-FFF2-40B4-BE49-F238E27FC236}">
                <a16:creationId xmlns:a16="http://schemas.microsoft.com/office/drawing/2014/main" id="{35F111CE-C49A-69D0-9946-EBC07D6AEA6A}"/>
              </a:ext>
            </a:extLst>
          </p:cNvPr>
          <p:cNvCxnSpPr>
            <a:cxnSpLocks/>
            <a:stCxn id="64" idx="3"/>
            <a:endCxn id="82" idx="2"/>
          </p:cNvCxnSpPr>
          <p:nvPr/>
        </p:nvCxnSpPr>
        <p:spPr>
          <a:xfrm flipV="1">
            <a:off x="6799608" y="4119742"/>
            <a:ext cx="813073" cy="255513"/>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6" name="Elbow Connector 95">
            <a:extLst>
              <a:ext uri="{FF2B5EF4-FFF2-40B4-BE49-F238E27FC236}">
                <a16:creationId xmlns:a16="http://schemas.microsoft.com/office/drawing/2014/main" id="{EC91BEA3-E5D2-4CBE-017F-C94283376D38}"/>
              </a:ext>
            </a:extLst>
          </p:cNvPr>
          <p:cNvCxnSpPr>
            <a:cxnSpLocks/>
            <a:stCxn id="65" idx="2"/>
            <a:endCxn id="82" idx="2"/>
          </p:cNvCxnSpPr>
          <p:nvPr/>
        </p:nvCxnSpPr>
        <p:spPr>
          <a:xfrm rot="5400000" flipH="1" flipV="1">
            <a:off x="5984508" y="2861523"/>
            <a:ext cx="369954" cy="2886391"/>
          </a:xfrm>
          <a:prstGeom prst="bentConnector3">
            <a:avLst>
              <a:gd name="adj1" fmla="val -21925"/>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1" name="Elbow Connector 83">
            <a:extLst>
              <a:ext uri="{FF2B5EF4-FFF2-40B4-BE49-F238E27FC236}">
                <a16:creationId xmlns:a16="http://schemas.microsoft.com/office/drawing/2014/main" id="{8A8529EA-636E-3C6E-B349-666ED02CC6DA}"/>
              </a:ext>
            </a:extLst>
          </p:cNvPr>
          <p:cNvCxnSpPr>
            <a:cxnSpLocks/>
            <a:stCxn id="82" idx="0"/>
            <a:endCxn id="76" idx="2"/>
          </p:cNvCxnSpPr>
          <p:nvPr/>
        </p:nvCxnSpPr>
        <p:spPr>
          <a:xfrm flipV="1">
            <a:off x="7612681" y="3749788"/>
            <a:ext cx="0" cy="14107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7" name="Rounded Rectangle 23">
            <a:extLst>
              <a:ext uri="{FF2B5EF4-FFF2-40B4-BE49-F238E27FC236}">
                <a16:creationId xmlns:a16="http://schemas.microsoft.com/office/drawing/2014/main" id="{BEB7F890-C683-6797-0125-ED36EE93C526}"/>
              </a:ext>
            </a:extLst>
          </p:cNvPr>
          <p:cNvSpPr/>
          <p:nvPr/>
        </p:nvSpPr>
        <p:spPr bwMode="gray">
          <a:xfrm>
            <a:off x="9438142" y="6185635"/>
            <a:ext cx="1904771" cy="353859"/>
          </a:xfrm>
          <a:prstGeom prst="roundRect">
            <a:avLst>
              <a:gd name="adj" fmla="val 12934"/>
            </a:avLst>
          </a:prstGeom>
          <a:solidFill>
            <a:schemeClr val="bg1"/>
          </a:solidFill>
          <a:ln w="9525" algn="ctr">
            <a:solidFill>
              <a:schemeClr val="tx2"/>
            </a:solidFill>
            <a:prstDash val="dash"/>
            <a:miter lim="800000"/>
            <a:headEnd/>
            <a:tailEnd/>
          </a:ln>
          <a:effectLst/>
        </p:spPr>
        <p:txBody>
          <a:bodyPr lIns="89977" tIns="45708" rIns="89954" bIns="71962" rtlCol="0" anchor="ctr"/>
          <a:lstStyle/>
          <a:p>
            <a:pPr algn="ctr" defTabSz="913852" fontAlgn="base">
              <a:spcAft>
                <a:spcPct val="0"/>
              </a:spcAft>
              <a:buClr>
                <a:srgbClr val="F0AB00"/>
              </a:buClr>
              <a:buSzPct val="80000"/>
            </a:pPr>
            <a:r>
              <a:rPr lang="en-US" sz="900" kern="0" dirty="0">
                <a:solidFill>
                  <a:srgbClr val="00185A"/>
                </a:solidFill>
                <a:latin typeface="72 Brand Medium"/>
                <a:ea typeface="Arial Unicode MS" pitchFamily="34" charset="-128"/>
                <a:cs typeface="Arial Unicode MS" pitchFamily="34" charset="-128"/>
              </a:rPr>
              <a:t>Out of scope of hands-on</a:t>
            </a:r>
          </a:p>
        </p:txBody>
      </p:sp>
      <p:sp>
        <p:nvSpPr>
          <p:cNvPr id="17" name="Rounded Rectangle 35">
            <a:extLst>
              <a:ext uri="{FF2B5EF4-FFF2-40B4-BE49-F238E27FC236}">
                <a16:creationId xmlns:a16="http://schemas.microsoft.com/office/drawing/2014/main" id="{2118BA87-D216-152B-E06B-09413670FD34}"/>
              </a:ext>
            </a:extLst>
          </p:cNvPr>
          <p:cNvSpPr/>
          <p:nvPr/>
        </p:nvSpPr>
        <p:spPr bwMode="gray">
          <a:xfrm>
            <a:off x="6969921" y="2786823"/>
            <a:ext cx="1272596" cy="228882"/>
          </a:xfrm>
          <a:prstGeom prst="roundRect">
            <a:avLst>
              <a:gd name="adj" fmla="val 11759"/>
            </a:avLst>
          </a:prstGeom>
          <a:solidFill>
            <a:schemeClr val="bg1"/>
          </a:solidFill>
          <a:ln w="9525" algn="ctr">
            <a:noFill/>
            <a:miter lim="800000"/>
            <a:headEnd/>
            <a:tailEnd/>
          </a:ln>
          <a:effectLst/>
        </p:spPr>
        <p:txBody>
          <a:bodyPr lIns="89931" tIns="71943" rIns="89931" bIns="71943" rtlCol="0" anchor="ctr"/>
          <a:lstStyle/>
          <a:p>
            <a:pPr algn="ctr" defTabSz="913578" fontAlgn="base">
              <a:spcBef>
                <a:spcPct val="50000"/>
              </a:spcBef>
              <a:spcAft>
                <a:spcPct val="0"/>
              </a:spcAft>
              <a:buClr>
                <a:srgbClr val="F0AB00"/>
              </a:buClr>
              <a:buSzPct val="80000"/>
              <a:defRPr/>
            </a:pPr>
            <a:r>
              <a:rPr lang="en-US" sz="900" kern="0" dirty="0">
                <a:solidFill>
                  <a:srgbClr val="002A86"/>
                </a:solidFill>
                <a:latin typeface="72 Brand" panose="020B0504030603020204" pitchFamily="34" charset="0"/>
                <a:ea typeface="Arial Unicode MS" pitchFamily="34" charset="-128"/>
                <a:cs typeface="Arial Unicode MS" pitchFamily="34" charset="-128"/>
              </a:rPr>
              <a:t>Data action</a:t>
            </a:r>
            <a:endParaRPr lang="en-US" sz="700" kern="0" dirty="0">
              <a:solidFill>
                <a:srgbClr val="002A86"/>
              </a:solidFill>
              <a:latin typeface="72 Brand" panose="020B0504030603020204" pitchFamily="34" charset="0"/>
              <a:ea typeface="Arial Unicode MS" pitchFamily="34" charset="-128"/>
              <a:cs typeface="Arial Unicode MS" pitchFamily="34" charset="-128"/>
            </a:endParaRPr>
          </a:p>
        </p:txBody>
      </p:sp>
      <p:cxnSp>
        <p:nvCxnSpPr>
          <p:cNvPr id="19" name="Elbow Connector 83">
            <a:extLst>
              <a:ext uri="{FF2B5EF4-FFF2-40B4-BE49-F238E27FC236}">
                <a16:creationId xmlns:a16="http://schemas.microsoft.com/office/drawing/2014/main" id="{6B7823CF-B191-6B06-F3DA-81A4B1FF3A46}"/>
              </a:ext>
            </a:extLst>
          </p:cNvPr>
          <p:cNvCxnSpPr>
            <a:cxnSpLocks/>
            <a:endCxn id="74" idx="2"/>
          </p:cNvCxnSpPr>
          <p:nvPr/>
        </p:nvCxnSpPr>
        <p:spPr>
          <a:xfrm flipV="1">
            <a:off x="5448031" y="2621460"/>
            <a:ext cx="0" cy="165363"/>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83">
            <a:extLst>
              <a:ext uri="{FF2B5EF4-FFF2-40B4-BE49-F238E27FC236}">
                <a16:creationId xmlns:a16="http://schemas.microsoft.com/office/drawing/2014/main" id="{756F3979-303F-A284-CAF3-CC566B816B93}"/>
              </a:ext>
            </a:extLst>
          </p:cNvPr>
          <p:cNvCxnSpPr>
            <a:cxnSpLocks/>
            <a:stCxn id="27" idx="3"/>
            <a:endCxn id="17" idx="1"/>
          </p:cNvCxnSpPr>
          <p:nvPr/>
        </p:nvCxnSpPr>
        <p:spPr>
          <a:xfrm>
            <a:off x="6799608" y="2901264"/>
            <a:ext cx="170313"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1BCFF314-8F70-E63F-1FD4-8DDF142B9CA9}"/>
              </a:ext>
            </a:extLst>
          </p:cNvPr>
          <p:cNvCxnSpPr>
            <a:cxnSpLocks/>
            <a:stCxn id="76" idx="3"/>
            <a:endCxn id="74" idx="3"/>
          </p:cNvCxnSpPr>
          <p:nvPr/>
        </p:nvCxnSpPr>
        <p:spPr>
          <a:xfrm flipH="1" flipV="1">
            <a:off x="6799608" y="2507019"/>
            <a:ext cx="1442909" cy="1128328"/>
          </a:xfrm>
          <a:prstGeom prst="bentConnector3">
            <a:avLst>
              <a:gd name="adj1" fmla="val -15843"/>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61719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AP Template 2024">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smtClean="0">
            <a:ln>
              <a:noFill/>
            </a:ln>
            <a:effectLst/>
            <a:uLnTx/>
            <a:uFillTx/>
            <a:latin typeface="+mn-lt"/>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Arial Unicode MS" pitchFamily="34" charset="-128"/>
            <a:cs typeface="Arial Unicode MS"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esentation16" id="{6EE3CE7A-E618-354C-A911-C8B540FBF846}" vid="{D6A1CD9D-FAE1-404C-ADBB-39144CF6869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009F6EA-5DB0-4149-9D95-DBC6C9E3E8DF}">
  <we:reference id="b0692d11-e342-a550-cfba-e8c57e47b8f1"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TemplafySlideFormConfiguration><![CDATA[{"formFields":[],"formDataEntries":[]}]]></TemplafySlideFormConfiguration>
</file>

<file path=customXml/item2.xml><?xml version="1.0" encoding="utf-8"?>
<TemplafySlideTemplateConfiguration><![CDATA[{"slideVersion":17,"isValidatorEnabled":false,"isLocked":false,"elementsMetadata":[],"slideId":"638331234102931200","enableDocumentContentUpdater":false,"version":"2.0"}]]></TemplafySlideTemplateConfiguration>
</file>

<file path=customXml/item3.xml><?xml version="1.0" encoding="utf-8"?>
<TemplafySlideTemplateConfiguration><![CDATA[{"slideVersion":1,"isValidatorEnabled":false,"isLocked":false,"elementsMetadata":[],"slideId":"953956199819640832","enableDocumentContentUpdater":false,"version":"2.0"}]]></TemplafySlideTemplateConfiguration>
</file>

<file path=customXml/item4.xml><?xml version="1.0" encoding="utf-8"?>
<TemplafySlideFormConfiguration><![CDATA[{"formFields":[],"formDataEntries":[]}]]></TemplafySlideFormConfiguration>
</file>

<file path=customXml/itemProps1.xml><?xml version="1.0" encoding="utf-8"?>
<ds:datastoreItem xmlns:ds="http://schemas.openxmlformats.org/officeDocument/2006/customXml" ds:itemID="{243F4A3E-1C70-9D4B-8F38-CF522DF27360}">
  <ds:schemaRefs/>
</ds:datastoreItem>
</file>

<file path=customXml/itemProps2.xml><?xml version="1.0" encoding="utf-8"?>
<ds:datastoreItem xmlns:ds="http://schemas.openxmlformats.org/officeDocument/2006/customXml" ds:itemID="{C940E3FB-0BD2-F647-8297-C4D0905CDD04}">
  <ds:schemaRefs/>
</ds:datastoreItem>
</file>

<file path=customXml/itemProps3.xml><?xml version="1.0" encoding="utf-8"?>
<ds:datastoreItem xmlns:ds="http://schemas.openxmlformats.org/officeDocument/2006/customXml" ds:itemID="{2E566E46-38D1-4FF6-AC12-AFCFCA15E440}">
  <ds:schemaRefs/>
</ds:datastoreItem>
</file>

<file path=customXml/itemProps4.xml><?xml version="1.0" encoding="utf-8"?>
<ds:datastoreItem xmlns:ds="http://schemas.openxmlformats.org/officeDocument/2006/customXml" ds:itemID="{91D4C477-4CBF-4833-A763-167B6759CA65}">
  <ds:schemaRefs/>
</ds:datastoreItem>
</file>

<file path=docProps/app.xml><?xml version="1.0" encoding="utf-8"?>
<Properties xmlns="http://schemas.openxmlformats.org/officeDocument/2006/extended-properties" xmlns:vt="http://schemas.openxmlformats.org/officeDocument/2006/docPropsVTypes">
  <TotalTime>1580</TotalTime>
  <Words>1178</Words>
  <Application>Microsoft Macintosh PowerPoint</Application>
  <PresentationFormat>Widescreen</PresentationFormat>
  <Paragraphs>176</Paragraphs>
  <Slides>10</Slides>
  <Notes>7</Notes>
  <HiddenSlides>1</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10</vt:i4>
      </vt:variant>
    </vt:vector>
  </HeadingPairs>
  <TitlesOfParts>
    <vt:vector size="27" baseType="lpstr">
      <vt:lpstr>72</vt:lpstr>
      <vt:lpstr>72 Brand</vt:lpstr>
      <vt:lpstr>72 Brand Book</vt:lpstr>
      <vt:lpstr>72 Brand Medium</vt:lpstr>
      <vt:lpstr>72 Brand Variable</vt:lpstr>
      <vt:lpstr>72Brand-Book</vt:lpstr>
      <vt:lpstr>72Brand-Medium</vt:lpstr>
      <vt:lpstr>Aptos</vt:lpstr>
      <vt:lpstr>Aptos Display</vt:lpstr>
      <vt:lpstr>Arial</vt:lpstr>
      <vt:lpstr>Courier New</vt:lpstr>
      <vt:lpstr>Roboto</vt:lpstr>
      <vt:lpstr>Symbol</vt:lpstr>
      <vt:lpstr>Wingdings</vt:lpstr>
      <vt:lpstr>Office Theme</vt:lpstr>
      <vt:lpstr>SAP Template 2024</vt:lpstr>
      <vt:lpstr>think-cell Slide</vt:lpstr>
      <vt:lpstr> Hands-on workshop DA267:  Seamless planning for xP&amp;A in SAP Business Data Cloud (SAP BDC)</vt:lpstr>
      <vt:lpstr>Legal Disclaimer</vt:lpstr>
      <vt:lpstr>Agenda</vt:lpstr>
      <vt:lpstr>SAP Business Data Cloud</vt:lpstr>
      <vt:lpstr>The Vision of Seamless Planning in SAP Business Data Cloud</vt:lpstr>
      <vt:lpstr>Live Versions in SAP Analytics Cloud Models Deployed to SAP Datasphere</vt:lpstr>
      <vt:lpstr>Objectives</vt:lpstr>
      <vt:lpstr>Remarks</vt:lpstr>
      <vt:lpstr>TechEd DA267 Flow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Gander, Maximilian Paul</dc:creator>
  <cp:lastModifiedBy>Gander, Maximilian Paul</cp:lastModifiedBy>
  <cp:revision>1</cp:revision>
  <dcterms:created xsi:type="dcterms:W3CDTF">2025-10-17T13:46:59Z</dcterms:created>
  <dcterms:modified xsi:type="dcterms:W3CDTF">2025-10-23T13:17:37Z</dcterms:modified>
</cp:coreProperties>
</file>